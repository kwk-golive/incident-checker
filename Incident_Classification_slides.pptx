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BDBDB"/>
    <a:srgbClr val="F0F0F0"/>
    <a:srgbClr val="8B2331"/>
    <a:srgbClr val="711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92050-E014-428E-8D1C-7E6095CF15E9}" v="63" dt="2025-08-04T09:57:45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chart Wongwailikhit" userId="81ef859a509033e1" providerId="LiveId" clId="{FE792050-E014-428E-8D1C-7E6095CF15E9}"/>
    <pc:docChg chg="custSel addSld delSld modSld sldOrd">
      <pc:chgData name="Kritchart Wongwailikhit" userId="81ef859a509033e1" providerId="LiveId" clId="{FE792050-E014-428E-8D1C-7E6095CF15E9}" dt="2025-08-04T09:58:06.651" v="449" actId="20577"/>
      <pc:docMkLst>
        <pc:docMk/>
      </pc:docMkLst>
      <pc:sldChg chg="modSp mod">
        <pc:chgData name="Kritchart Wongwailikhit" userId="81ef859a509033e1" providerId="LiveId" clId="{FE792050-E014-428E-8D1C-7E6095CF15E9}" dt="2025-08-04T09:38:03.222" v="57"/>
        <pc:sldMkLst>
          <pc:docMk/>
          <pc:sldMk cId="2736923664" sldId="366"/>
        </pc:sldMkLst>
        <pc:spChg chg="mod">
          <ac:chgData name="Kritchart Wongwailikhit" userId="81ef859a509033e1" providerId="LiveId" clId="{FE792050-E014-428E-8D1C-7E6095CF15E9}" dt="2025-08-04T09:38:03.222" v="57"/>
          <ac:spMkLst>
            <pc:docMk/>
            <pc:sldMk cId="2736923664" sldId="366"/>
            <ac:spMk id="3" creationId="{C73FB5CF-B0CB-1AE7-C1A4-A21540E13B22}"/>
          </ac:spMkLst>
        </pc:spChg>
      </pc:sldChg>
      <pc:sldChg chg="modSp mod">
        <pc:chgData name="Kritchart Wongwailikhit" userId="81ef859a509033e1" providerId="LiveId" clId="{FE792050-E014-428E-8D1C-7E6095CF15E9}" dt="2025-08-04T09:58:06.651" v="449" actId="20577"/>
        <pc:sldMkLst>
          <pc:docMk/>
          <pc:sldMk cId="1890002258" sldId="367"/>
        </pc:sldMkLst>
        <pc:spChg chg="mod">
          <ac:chgData name="Kritchart Wongwailikhit" userId="81ef859a509033e1" providerId="LiveId" clId="{FE792050-E014-428E-8D1C-7E6095CF15E9}" dt="2025-08-04T09:58:06.651" v="449" actId="20577"/>
          <ac:spMkLst>
            <pc:docMk/>
            <pc:sldMk cId="1890002258" sldId="367"/>
            <ac:spMk id="3" creationId="{C73FB5CF-B0CB-1AE7-C1A4-A21540E13B22}"/>
          </ac:spMkLst>
        </pc:spChg>
        <pc:spChg chg="mod">
          <ac:chgData name="Kritchart Wongwailikhit" userId="81ef859a509033e1" providerId="LiveId" clId="{FE792050-E014-428E-8D1C-7E6095CF15E9}" dt="2025-08-04T09:41:28.390" v="109"/>
          <ac:spMkLst>
            <pc:docMk/>
            <pc:sldMk cId="1890002258" sldId="367"/>
            <ac:spMk id="4" creationId="{A651F12D-CD0D-13F5-FE45-266F575D50F5}"/>
          </ac:spMkLst>
        </pc:spChg>
      </pc:sldChg>
      <pc:sldChg chg="modSp add ord">
        <pc:chgData name="Kritchart Wongwailikhit" userId="81ef859a509033e1" providerId="LiveId" clId="{FE792050-E014-428E-8D1C-7E6095CF15E9}" dt="2025-08-04T09:44:33.536" v="156"/>
        <pc:sldMkLst>
          <pc:docMk/>
          <pc:sldMk cId="569058242" sldId="384"/>
        </pc:sldMkLst>
        <pc:spChg chg="mod">
          <ac:chgData name="Kritchart Wongwailikhit" userId="81ef859a509033e1" providerId="LiveId" clId="{FE792050-E014-428E-8D1C-7E6095CF15E9}" dt="2025-08-04T09:40:34.126" v="88"/>
          <ac:spMkLst>
            <pc:docMk/>
            <pc:sldMk cId="569058242" sldId="384"/>
            <ac:spMk id="4" creationId="{A651F12D-CD0D-13F5-FE45-266F575D50F5}"/>
          </ac:spMkLst>
        </pc:spChg>
      </pc:sldChg>
      <pc:sldChg chg="modSp mod ord">
        <pc:chgData name="Kritchart Wongwailikhit" userId="81ef859a509033e1" providerId="LiveId" clId="{FE792050-E014-428E-8D1C-7E6095CF15E9}" dt="2025-08-04T09:43:31.409" v="154" actId="20577"/>
        <pc:sldMkLst>
          <pc:docMk/>
          <pc:sldMk cId="992704379" sldId="385"/>
        </pc:sldMkLst>
        <pc:spChg chg="mod">
          <ac:chgData name="Kritchart Wongwailikhit" userId="81ef859a509033e1" providerId="LiveId" clId="{FE792050-E014-428E-8D1C-7E6095CF15E9}" dt="2025-08-04T09:40:12.056" v="77" actId="20577"/>
          <ac:spMkLst>
            <pc:docMk/>
            <pc:sldMk cId="992704379" sldId="385"/>
            <ac:spMk id="2" creationId="{75F745B0-46A6-5E9B-92D2-778882680059}"/>
          </ac:spMkLst>
        </pc:spChg>
        <pc:spChg chg="mod">
          <ac:chgData name="Kritchart Wongwailikhit" userId="81ef859a509033e1" providerId="LiveId" clId="{FE792050-E014-428E-8D1C-7E6095CF15E9}" dt="2025-08-04T09:43:31.409" v="154" actId="20577"/>
          <ac:spMkLst>
            <pc:docMk/>
            <pc:sldMk cId="992704379" sldId="385"/>
            <ac:spMk id="3" creationId="{C73FB5CF-B0CB-1AE7-C1A4-A21540E13B22}"/>
          </ac:spMkLst>
        </pc:spChg>
      </pc:sldChg>
      <pc:sldChg chg="modSp add">
        <pc:chgData name="Kritchart Wongwailikhit" userId="81ef859a509033e1" providerId="LiveId" clId="{FE792050-E014-428E-8D1C-7E6095CF15E9}" dt="2025-08-04T09:33:51.134" v="39"/>
        <pc:sldMkLst>
          <pc:docMk/>
          <pc:sldMk cId="3159796367" sldId="477"/>
        </pc:sldMkLst>
        <pc:spChg chg="mod">
          <ac:chgData name="Kritchart Wongwailikhit" userId="81ef859a509033e1" providerId="LiveId" clId="{FE792050-E014-428E-8D1C-7E6095CF15E9}" dt="2025-08-04T09:33:51.134" v="39"/>
          <ac:spMkLst>
            <pc:docMk/>
            <pc:sldMk cId="3159796367" sldId="477"/>
            <ac:spMk id="4" creationId="{A651F12D-CD0D-13F5-FE45-266F575D50F5}"/>
          </ac:spMkLst>
        </pc:spChg>
      </pc:sldChg>
      <pc:sldChg chg="modSp mod">
        <pc:chgData name="Kritchart Wongwailikhit" userId="81ef859a509033e1" providerId="LiveId" clId="{FE792050-E014-428E-8D1C-7E6095CF15E9}" dt="2025-08-04T09:53:26.259" v="328" actId="113"/>
        <pc:sldMkLst>
          <pc:docMk/>
          <pc:sldMk cId="1534676698" sldId="484"/>
        </pc:sldMkLst>
        <pc:spChg chg="mod">
          <ac:chgData name="Kritchart Wongwailikhit" userId="81ef859a509033e1" providerId="LiveId" clId="{FE792050-E014-428E-8D1C-7E6095CF15E9}" dt="2025-08-04T09:53:26.259" v="328" actId="113"/>
          <ac:spMkLst>
            <pc:docMk/>
            <pc:sldMk cId="1534676698" sldId="484"/>
            <ac:spMk id="3" creationId="{C73FB5CF-B0CB-1AE7-C1A4-A21540E13B22}"/>
          </ac:spMkLst>
        </pc:spChg>
        <pc:spChg chg="mod">
          <ac:chgData name="Kritchart Wongwailikhit" userId="81ef859a509033e1" providerId="LiveId" clId="{FE792050-E014-428E-8D1C-7E6095CF15E9}" dt="2025-08-04T09:41:17.677" v="105"/>
          <ac:spMkLst>
            <pc:docMk/>
            <pc:sldMk cId="1534676698" sldId="484"/>
            <ac:spMk id="4" creationId="{A651F12D-CD0D-13F5-FE45-266F575D50F5}"/>
          </ac:spMkLst>
        </pc:spChg>
        <pc:spChg chg="mod">
          <ac:chgData name="Kritchart Wongwailikhit" userId="81ef859a509033e1" providerId="LiveId" clId="{FE792050-E014-428E-8D1C-7E6095CF15E9}" dt="2025-08-04T09:48:25.097" v="186" actId="1076"/>
          <ac:spMkLst>
            <pc:docMk/>
            <pc:sldMk cId="1534676698" sldId="484"/>
            <ac:spMk id="5" creationId="{E3CE6569-6C84-903C-5F6B-A842D6C7EF89}"/>
          </ac:spMkLst>
        </pc:spChg>
      </pc:sldChg>
      <pc:sldChg chg="modSp mod">
        <pc:chgData name="Kritchart Wongwailikhit" userId="81ef859a509033e1" providerId="LiveId" clId="{FE792050-E014-428E-8D1C-7E6095CF15E9}" dt="2025-08-04T09:52:13.710" v="209" actId="20577"/>
        <pc:sldMkLst>
          <pc:docMk/>
          <pc:sldMk cId="4181773545" sldId="485"/>
        </pc:sldMkLst>
        <pc:spChg chg="mod">
          <ac:chgData name="Kritchart Wongwailikhit" userId="81ef859a509033e1" providerId="LiveId" clId="{FE792050-E014-428E-8D1C-7E6095CF15E9}" dt="2025-08-04T09:41:19.717" v="106"/>
          <ac:spMkLst>
            <pc:docMk/>
            <pc:sldMk cId="4181773545" sldId="485"/>
            <ac:spMk id="4" creationId="{A651F12D-CD0D-13F5-FE45-266F575D50F5}"/>
          </ac:spMkLst>
        </pc:spChg>
        <pc:spChg chg="mod">
          <ac:chgData name="Kritchart Wongwailikhit" userId="81ef859a509033e1" providerId="LiveId" clId="{FE792050-E014-428E-8D1C-7E6095CF15E9}" dt="2025-08-04T09:52:02.927" v="193" actId="20577"/>
          <ac:spMkLst>
            <pc:docMk/>
            <pc:sldMk cId="4181773545" sldId="485"/>
            <ac:spMk id="9" creationId="{AF56DE90-7E39-FCB9-4B88-390004C6B2EF}"/>
          </ac:spMkLst>
        </pc:spChg>
        <pc:spChg chg="mod">
          <ac:chgData name="Kritchart Wongwailikhit" userId="81ef859a509033e1" providerId="LiveId" clId="{FE792050-E014-428E-8D1C-7E6095CF15E9}" dt="2025-08-04T09:52:09.913" v="205" actId="20577"/>
          <ac:spMkLst>
            <pc:docMk/>
            <pc:sldMk cId="4181773545" sldId="485"/>
            <ac:spMk id="10" creationId="{8E3D9583-0967-C49F-DF5A-62B12DC490F5}"/>
          </ac:spMkLst>
        </pc:spChg>
        <pc:spChg chg="mod">
          <ac:chgData name="Kritchart Wongwailikhit" userId="81ef859a509033e1" providerId="LiveId" clId="{FE792050-E014-428E-8D1C-7E6095CF15E9}" dt="2025-08-04T09:51:58.632" v="189" actId="20577"/>
          <ac:spMkLst>
            <pc:docMk/>
            <pc:sldMk cId="4181773545" sldId="485"/>
            <ac:spMk id="11" creationId="{A83126A2-D614-9DA9-F96C-B3B8375FBBDF}"/>
          </ac:spMkLst>
        </pc:spChg>
        <pc:spChg chg="mod">
          <ac:chgData name="Kritchart Wongwailikhit" userId="81ef859a509033e1" providerId="LiveId" clId="{FE792050-E014-428E-8D1C-7E6095CF15E9}" dt="2025-08-04T09:52:06.990" v="201" actId="20577"/>
          <ac:spMkLst>
            <pc:docMk/>
            <pc:sldMk cId="4181773545" sldId="485"/>
            <ac:spMk id="13" creationId="{D0AF3343-268C-59E0-3B59-27349E7A131B}"/>
          </ac:spMkLst>
        </pc:spChg>
        <pc:spChg chg="mod">
          <ac:chgData name="Kritchart Wongwailikhit" userId="81ef859a509033e1" providerId="LiveId" clId="{FE792050-E014-428E-8D1C-7E6095CF15E9}" dt="2025-08-04T09:52:13.710" v="209" actId="20577"/>
          <ac:spMkLst>
            <pc:docMk/>
            <pc:sldMk cId="4181773545" sldId="485"/>
            <ac:spMk id="16" creationId="{D2D77CA2-1DE5-2595-7C35-1B0AACCD896A}"/>
          </ac:spMkLst>
        </pc:spChg>
      </pc:sldChg>
      <pc:sldChg chg="modSp mod">
        <pc:chgData name="Kritchart Wongwailikhit" userId="81ef859a509033e1" providerId="LiveId" clId="{FE792050-E014-428E-8D1C-7E6095CF15E9}" dt="2025-08-04T09:57:04.404" v="410" actId="1076"/>
        <pc:sldMkLst>
          <pc:docMk/>
          <pc:sldMk cId="1614955515" sldId="486"/>
        </pc:sldMkLst>
        <pc:spChg chg="mod">
          <ac:chgData name="Kritchart Wongwailikhit" userId="81ef859a509033e1" providerId="LiveId" clId="{FE792050-E014-428E-8D1C-7E6095CF15E9}" dt="2025-08-04T09:41:22.126" v="107"/>
          <ac:spMkLst>
            <pc:docMk/>
            <pc:sldMk cId="1614955515" sldId="486"/>
            <ac:spMk id="4" creationId="{A651F12D-CD0D-13F5-FE45-266F575D50F5}"/>
          </ac:spMkLst>
        </pc:spChg>
        <pc:spChg chg="mod">
          <ac:chgData name="Kritchart Wongwailikhit" userId="81ef859a509033e1" providerId="LiveId" clId="{FE792050-E014-428E-8D1C-7E6095CF15E9}" dt="2025-08-04T09:52:25.182" v="221" actId="20577"/>
          <ac:spMkLst>
            <pc:docMk/>
            <pc:sldMk cId="1614955515" sldId="486"/>
            <ac:spMk id="19" creationId="{AB69E5EC-ADEE-3309-7599-40518C5E8CA0}"/>
          </ac:spMkLst>
        </pc:spChg>
        <pc:spChg chg="mod">
          <ac:chgData name="Kritchart Wongwailikhit" userId="81ef859a509033e1" providerId="LiveId" clId="{FE792050-E014-428E-8D1C-7E6095CF15E9}" dt="2025-08-04T09:52:30.935" v="229" actId="20577"/>
          <ac:spMkLst>
            <pc:docMk/>
            <pc:sldMk cId="1614955515" sldId="486"/>
            <ac:spMk id="20" creationId="{8D8F7FF4-DAEC-2712-BBFB-510D1CA96F7C}"/>
          </ac:spMkLst>
        </pc:spChg>
        <pc:spChg chg="mod">
          <ac:chgData name="Kritchart Wongwailikhit" userId="81ef859a509033e1" providerId="LiveId" clId="{FE792050-E014-428E-8D1C-7E6095CF15E9}" dt="2025-08-04T09:52:27.882" v="225" actId="20577"/>
          <ac:spMkLst>
            <pc:docMk/>
            <pc:sldMk cId="1614955515" sldId="486"/>
            <ac:spMk id="24" creationId="{9D522BFF-670C-CBEF-8617-9FEB353CF1AE}"/>
          </ac:spMkLst>
        </pc:spChg>
        <pc:spChg chg="mod">
          <ac:chgData name="Kritchart Wongwailikhit" userId="81ef859a509033e1" providerId="LiveId" clId="{FE792050-E014-428E-8D1C-7E6095CF15E9}" dt="2025-08-04T09:52:35.413" v="235" actId="20577"/>
          <ac:spMkLst>
            <pc:docMk/>
            <pc:sldMk cId="1614955515" sldId="486"/>
            <ac:spMk id="27" creationId="{882F71F9-4095-E7B6-EB5B-BC66B314D813}"/>
          </ac:spMkLst>
        </pc:spChg>
        <pc:spChg chg="mod">
          <ac:chgData name="Kritchart Wongwailikhit" userId="81ef859a509033e1" providerId="LiveId" clId="{FE792050-E014-428E-8D1C-7E6095CF15E9}" dt="2025-08-04T09:57:04.404" v="410" actId="1076"/>
          <ac:spMkLst>
            <pc:docMk/>
            <pc:sldMk cId="1614955515" sldId="486"/>
            <ac:spMk id="52" creationId="{33E40DAF-B44C-AD8A-2484-3DA0CF794158}"/>
          </ac:spMkLst>
        </pc:spChg>
        <pc:cxnChg chg="mod">
          <ac:chgData name="Kritchart Wongwailikhit" userId="81ef859a509033e1" providerId="LiveId" clId="{FE792050-E014-428E-8D1C-7E6095CF15E9}" dt="2025-08-04T09:57:04.404" v="410" actId="1076"/>
          <ac:cxnSpMkLst>
            <pc:docMk/>
            <pc:sldMk cId="1614955515" sldId="486"/>
            <ac:cxnSpMk id="53" creationId="{0CC3FE4A-B86F-BDDF-BB7F-48833F32495C}"/>
          </ac:cxnSpMkLst>
        </pc:cxnChg>
      </pc:sldChg>
      <pc:sldChg chg="ord">
        <pc:chgData name="Kritchart Wongwailikhit" userId="81ef859a509033e1" providerId="LiveId" clId="{FE792050-E014-428E-8D1C-7E6095CF15E9}" dt="2025-08-04T09:37:57.847" v="54"/>
        <pc:sldMkLst>
          <pc:docMk/>
          <pc:sldMk cId="2929666412" sldId="488"/>
        </pc:sldMkLst>
      </pc:sldChg>
      <pc:sldChg chg="modSp mod ord">
        <pc:chgData name="Kritchart Wongwailikhit" userId="81ef859a509033e1" providerId="LiveId" clId="{FE792050-E014-428E-8D1C-7E6095CF15E9}" dt="2025-08-04T09:45:21.080" v="165" actId="20577"/>
        <pc:sldMkLst>
          <pc:docMk/>
          <pc:sldMk cId="3015559315" sldId="489"/>
        </pc:sldMkLst>
        <pc:spChg chg="mod">
          <ac:chgData name="Kritchart Wongwailikhit" userId="81ef859a509033e1" providerId="LiveId" clId="{FE792050-E014-428E-8D1C-7E6095CF15E9}" dt="2025-08-04T09:45:21.080" v="165" actId="20577"/>
          <ac:spMkLst>
            <pc:docMk/>
            <pc:sldMk cId="3015559315" sldId="489"/>
            <ac:spMk id="3" creationId="{C73FB5CF-B0CB-1AE7-C1A4-A21540E13B22}"/>
          </ac:spMkLst>
        </pc:spChg>
        <pc:spChg chg="mod">
          <ac:chgData name="Kritchart Wongwailikhit" userId="81ef859a509033e1" providerId="LiveId" clId="{FE792050-E014-428E-8D1C-7E6095CF15E9}" dt="2025-08-04T09:40:42.575" v="92"/>
          <ac:spMkLst>
            <pc:docMk/>
            <pc:sldMk cId="3015559315" sldId="489"/>
            <ac:spMk id="4" creationId="{A651F12D-CD0D-13F5-FE45-266F575D50F5}"/>
          </ac:spMkLst>
        </pc:spChg>
      </pc:sldChg>
      <pc:sldChg chg="ord">
        <pc:chgData name="Kritchart Wongwailikhit" userId="81ef859a509033e1" providerId="LiveId" clId="{FE792050-E014-428E-8D1C-7E6095CF15E9}" dt="2025-08-04T09:37:57.847" v="54"/>
        <pc:sldMkLst>
          <pc:docMk/>
          <pc:sldMk cId="4114785629" sldId="490"/>
        </pc:sldMkLst>
      </pc:sldChg>
      <pc:sldChg chg="ord">
        <pc:chgData name="Kritchart Wongwailikhit" userId="81ef859a509033e1" providerId="LiveId" clId="{FE792050-E014-428E-8D1C-7E6095CF15E9}" dt="2025-08-04T09:37:57.847" v="54"/>
        <pc:sldMkLst>
          <pc:docMk/>
          <pc:sldMk cId="3824880008" sldId="492"/>
        </pc:sldMkLst>
      </pc:sldChg>
      <pc:sldChg chg="modSp mod ord">
        <pc:chgData name="Kritchart Wongwailikhit" userId="81ef859a509033e1" providerId="LiveId" clId="{FE792050-E014-428E-8D1C-7E6095CF15E9}" dt="2025-08-04T09:53:51.565" v="388" actId="20577"/>
        <pc:sldMkLst>
          <pc:docMk/>
          <pc:sldMk cId="2525304635" sldId="494"/>
        </pc:sldMkLst>
        <pc:spChg chg="mod">
          <ac:chgData name="Kritchart Wongwailikhit" userId="81ef859a509033e1" providerId="LiveId" clId="{FE792050-E014-428E-8D1C-7E6095CF15E9}" dt="2025-08-04T09:41:24.246" v="108"/>
          <ac:spMkLst>
            <pc:docMk/>
            <pc:sldMk cId="2525304635" sldId="494"/>
            <ac:spMk id="4" creationId="{A651F12D-CD0D-13F5-FE45-266F575D50F5}"/>
          </ac:spMkLst>
        </pc:spChg>
        <pc:spChg chg="mod">
          <ac:chgData name="Kritchart Wongwailikhit" userId="81ef859a509033e1" providerId="LiveId" clId="{FE792050-E014-428E-8D1C-7E6095CF15E9}" dt="2025-08-04T09:53:51.565" v="388" actId="20577"/>
          <ac:spMkLst>
            <pc:docMk/>
            <pc:sldMk cId="2525304635" sldId="494"/>
            <ac:spMk id="6" creationId="{3B15501F-1F53-CFA2-C53A-2B8D146A97D2}"/>
          </ac:spMkLst>
        </pc:spChg>
      </pc:sldChg>
      <pc:sldChg chg="modSp add">
        <pc:chgData name="Kritchart Wongwailikhit" userId="81ef859a509033e1" providerId="LiveId" clId="{FE792050-E014-428E-8D1C-7E6095CF15E9}" dt="2025-08-04T09:33:52.733" v="40"/>
        <pc:sldMkLst>
          <pc:docMk/>
          <pc:sldMk cId="511996488" sldId="495"/>
        </pc:sldMkLst>
        <pc:spChg chg="mod">
          <ac:chgData name="Kritchart Wongwailikhit" userId="81ef859a509033e1" providerId="LiveId" clId="{FE792050-E014-428E-8D1C-7E6095CF15E9}" dt="2025-08-04T09:33:52.733" v="40"/>
          <ac:spMkLst>
            <pc:docMk/>
            <pc:sldMk cId="511996488" sldId="495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33:55.189" v="41"/>
        <pc:sldMkLst>
          <pc:docMk/>
          <pc:sldMk cId="3967722729" sldId="496"/>
        </pc:sldMkLst>
        <pc:spChg chg="mod">
          <ac:chgData name="Kritchart Wongwailikhit" userId="81ef859a509033e1" providerId="LiveId" clId="{FE792050-E014-428E-8D1C-7E6095CF15E9}" dt="2025-08-04T09:33:55.189" v="41"/>
          <ac:spMkLst>
            <pc:docMk/>
            <pc:sldMk cId="3967722729" sldId="496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53.926" v="95"/>
        <pc:sldMkLst>
          <pc:docMk/>
          <pc:sldMk cId="1035845030" sldId="498"/>
        </pc:sldMkLst>
        <pc:spChg chg="mod">
          <ac:chgData name="Kritchart Wongwailikhit" userId="81ef859a509033e1" providerId="LiveId" clId="{FE792050-E014-428E-8D1C-7E6095CF15E9}" dt="2025-08-04T09:40:53.926" v="95"/>
          <ac:spMkLst>
            <pc:docMk/>
            <pc:sldMk cId="1035845030" sldId="498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51.534" v="94"/>
        <pc:sldMkLst>
          <pc:docMk/>
          <pc:sldMk cId="2828422369" sldId="513"/>
        </pc:sldMkLst>
        <pc:spChg chg="mod">
          <ac:chgData name="Kritchart Wongwailikhit" userId="81ef859a509033e1" providerId="LiveId" clId="{FE792050-E014-428E-8D1C-7E6095CF15E9}" dt="2025-08-04T09:40:51.534" v="94"/>
          <ac:spMkLst>
            <pc:docMk/>
            <pc:sldMk cId="2828422369" sldId="513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1:03.293" v="99"/>
        <pc:sldMkLst>
          <pc:docMk/>
          <pc:sldMk cId="3084709084" sldId="515"/>
        </pc:sldMkLst>
        <pc:spChg chg="mod">
          <ac:chgData name="Kritchart Wongwailikhit" userId="81ef859a509033e1" providerId="LiveId" clId="{FE792050-E014-428E-8D1C-7E6095CF15E9}" dt="2025-08-04T09:41:03.293" v="99"/>
          <ac:spMkLst>
            <pc:docMk/>
            <pc:sldMk cId="3084709084" sldId="515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1:05.735" v="100"/>
        <pc:sldMkLst>
          <pc:docMk/>
          <pc:sldMk cId="3279724969" sldId="517"/>
        </pc:sldMkLst>
        <pc:spChg chg="mod">
          <ac:chgData name="Kritchart Wongwailikhit" userId="81ef859a509033e1" providerId="LiveId" clId="{FE792050-E014-428E-8D1C-7E6095CF15E9}" dt="2025-08-04T09:41:05.735" v="100"/>
          <ac:spMkLst>
            <pc:docMk/>
            <pc:sldMk cId="3279724969" sldId="517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34:00.413" v="43"/>
        <pc:sldMkLst>
          <pc:docMk/>
          <pc:sldMk cId="75673352" sldId="518"/>
        </pc:sldMkLst>
        <pc:spChg chg="mod">
          <ac:chgData name="Kritchart Wongwailikhit" userId="81ef859a509033e1" providerId="LiveId" clId="{FE792050-E014-428E-8D1C-7E6095CF15E9}" dt="2025-08-04T09:34:00.413" v="43"/>
          <ac:spMkLst>
            <pc:docMk/>
            <pc:sldMk cId="75673352" sldId="518"/>
            <ac:spMk id="4" creationId="{600C5DD3-BF4D-5899-8C83-3D472A335133}"/>
          </ac:spMkLst>
        </pc:spChg>
      </pc:sldChg>
      <pc:sldChg chg="modSp add">
        <pc:chgData name="Kritchart Wongwailikhit" userId="81ef859a509033e1" providerId="LiveId" clId="{FE792050-E014-428E-8D1C-7E6095CF15E9}" dt="2025-08-04T09:33:57.718" v="42"/>
        <pc:sldMkLst>
          <pc:docMk/>
          <pc:sldMk cId="140304352" sldId="519"/>
        </pc:sldMkLst>
        <pc:spChg chg="mod">
          <ac:chgData name="Kritchart Wongwailikhit" userId="81ef859a509033e1" providerId="LiveId" clId="{FE792050-E014-428E-8D1C-7E6095CF15E9}" dt="2025-08-04T09:33:57.718" v="42"/>
          <ac:spMkLst>
            <pc:docMk/>
            <pc:sldMk cId="140304352" sldId="519"/>
            <ac:spMk id="4" creationId="{ECE24AF5-C381-FA64-13F2-25E4670F541C}"/>
          </ac:spMkLst>
        </pc:spChg>
      </pc:sldChg>
      <pc:sldChg chg="modSp add">
        <pc:chgData name="Kritchart Wongwailikhit" userId="81ef859a509033e1" providerId="LiveId" clId="{FE792050-E014-428E-8D1C-7E6095CF15E9}" dt="2025-08-04T09:34:03.029" v="44"/>
        <pc:sldMkLst>
          <pc:docMk/>
          <pc:sldMk cId="907961506" sldId="520"/>
        </pc:sldMkLst>
        <pc:spChg chg="mod">
          <ac:chgData name="Kritchart Wongwailikhit" userId="81ef859a509033e1" providerId="LiveId" clId="{FE792050-E014-428E-8D1C-7E6095CF15E9}" dt="2025-08-04T09:34:03.029" v="44"/>
          <ac:spMkLst>
            <pc:docMk/>
            <pc:sldMk cId="907961506" sldId="520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31.781" v="87"/>
        <pc:sldMkLst>
          <pc:docMk/>
          <pc:sldMk cId="3401012594" sldId="521"/>
        </pc:sldMkLst>
        <pc:spChg chg="mod">
          <ac:chgData name="Kritchart Wongwailikhit" userId="81ef859a509033e1" providerId="LiveId" clId="{FE792050-E014-428E-8D1C-7E6095CF15E9}" dt="2025-08-04T09:40:31.781" v="87"/>
          <ac:spMkLst>
            <pc:docMk/>
            <pc:sldMk cId="3401012594" sldId="521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38.543" v="90"/>
        <pc:sldMkLst>
          <pc:docMk/>
          <pc:sldMk cId="2216086282" sldId="522"/>
        </pc:sldMkLst>
        <pc:spChg chg="mod">
          <ac:chgData name="Kritchart Wongwailikhit" userId="81ef859a509033e1" providerId="LiveId" clId="{FE792050-E014-428E-8D1C-7E6095CF15E9}" dt="2025-08-04T09:40:38.543" v="90"/>
          <ac:spMkLst>
            <pc:docMk/>
            <pc:sldMk cId="2216086282" sldId="522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40.482" v="91"/>
        <pc:sldMkLst>
          <pc:docMk/>
          <pc:sldMk cId="220379463" sldId="523"/>
        </pc:sldMkLst>
        <pc:spChg chg="mod">
          <ac:chgData name="Kritchart Wongwailikhit" userId="81ef859a509033e1" providerId="LiveId" clId="{FE792050-E014-428E-8D1C-7E6095CF15E9}" dt="2025-08-04T09:40:40.482" v="91"/>
          <ac:spMkLst>
            <pc:docMk/>
            <pc:sldMk cId="220379463" sldId="523"/>
            <ac:spMk id="4" creationId="{A651F12D-CD0D-13F5-FE45-266F575D50F5}"/>
          </ac:spMkLst>
        </pc:spChg>
      </pc:sldChg>
      <pc:sldChg chg="modSp add del">
        <pc:chgData name="Kritchart Wongwailikhit" userId="81ef859a509033e1" providerId="LiveId" clId="{FE792050-E014-428E-8D1C-7E6095CF15E9}" dt="2025-08-04T09:44:35.310" v="157" actId="47"/>
        <pc:sldMkLst>
          <pc:docMk/>
          <pc:sldMk cId="914247705" sldId="524"/>
        </pc:sldMkLst>
        <pc:spChg chg="mod">
          <ac:chgData name="Kritchart Wongwailikhit" userId="81ef859a509033e1" providerId="LiveId" clId="{FE792050-E014-428E-8D1C-7E6095CF15E9}" dt="2025-08-04T09:40:36.321" v="89"/>
          <ac:spMkLst>
            <pc:docMk/>
            <pc:sldMk cId="914247705" sldId="524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49.126" v="93"/>
        <pc:sldMkLst>
          <pc:docMk/>
          <pc:sldMk cId="649679956" sldId="525"/>
        </pc:sldMkLst>
        <pc:spChg chg="mod">
          <ac:chgData name="Kritchart Wongwailikhit" userId="81ef859a509033e1" providerId="LiveId" clId="{FE792050-E014-428E-8D1C-7E6095CF15E9}" dt="2025-08-04T09:40:49.126" v="93"/>
          <ac:spMkLst>
            <pc:docMk/>
            <pc:sldMk cId="649679956" sldId="525"/>
            <ac:spMk id="4" creationId="{A651F12D-CD0D-13F5-FE45-266F575D50F5}"/>
          </ac:spMkLst>
        </pc:spChg>
      </pc:sldChg>
      <pc:sldChg chg="modSp add">
        <pc:chgData name="Kritchart Wongwailikhit" userId="81ef859a509033e1" providerId="LiveId" clId="{FE792050-E014-428E-8D1C-7E6095CF15E9}" dt="2025-08-04T09:40:56.105" v="96"/>
        <pc:sldMkLst>
          <pc:docMk/>
          <pc:sldMk cId="3318856252" sldId="526"/>
        </pc:sldMkLst>
        <pc:spChg chg="mod">
          <ac:chgData name="Kritchart Wongwailikhit" userId="81ef859a509033e1" providerId="LiveId" clId="{FE792050-E014-428E-8D1C-7E6095CF15E9}" dt="2025-08-04T09:40:56.105" v="96"/>
          <ac:spMkLst>
            <pc:docMk/>
            <pc:sldMk cId="3318856252" sldId="526"/>
            <ac:spMk id="4" creationId="{B2DE1167-19CA-C043-4063-1D6C3F819C54}"/>
          </ac:spMkLst>
        </pc:spChg>
      </pc:sldChg>
      <pc:sldChg chg="modSp add">
        <pc:chgData name="Kritchart Wongwailikhit" userId="81ef859a509033e1" providerId="LiveId" clId="{FE792050-E014-428E-8D1C-7E6095CF15E9}" dt="2025-08-04T09:40:58.455" v="97"/>
        <pc:sldMkLst>
          <pc:docMk/>
          <pc:sldMk cId="733242031" sldId="527"/>
        </pc:sldMkLst>
        <pc:spChg chg="mod">
          <ac:chgData name="Kritchart Wongwailikhit" userId="81ef859a509033e1" providerId="LiveId" clId="{FE792050-E014-428E-8D1C-7E6095CF15E9}" dt="2025-08-04T09:40:58.455" v="97"/>
          <ac:spMkLst>
            <pc:docMk/>
            <pc:sldMk cId="733242031" sldId="527"/>
            <ac:spMk id="4" creationId="{B8129541-8AF3-7A18-CCD4-63B853676380}"/>
          </ac:spMkLst>
        </pc:spChg>
      </pc:sldChg>
      <pc:sldChg chg="modSp add">
        <pc:chgData name="Kritchart Wongwailikhit" userId="81ef859a509033e1" providerId="LiveId" clId="{FE792050-E014-428E-8D1C-7E6095CF15E9}" dt="2025-08-04T09:41:00.960" v="98"/>
        <pc:sldMkLst>
          <pc:docMk/>
          <pc:sldMk cId="1626559082" sldId="528"/>
        </pc:sldMkLst>
        <pc:spChg chg="mod">
          <ac:chgData name="Kritchart Wongwailikhit" userId="81ef859a509033e1" providerId="LiveId" clId="{FE792050-E014-428E-8D1C-7E6095CF15E9}" dt="2025-08-04T09:41:00.960" v="98"/>
          <ac:spMkLst>
            <pc:docMk/>
            <pc:sldMk cId="1626559082" sldId="528"/>
            <ac:spMk id="4" creationId="{67D28C91-5515-1C11-C249-455CBA4C3F4D}"/>
          </ac:spMkLst>
        </pc:spChg>
      </pc:sldChg>
      <pc:sldChg chg="modSp add">
        <pc:chgData name="Kritchart Wongwailikhit" userId="81ef859a509033e1" providerId="LiveId" clId="{FE792050-E014-428E-8D1C-7E6095CF15E9}" dt="2025-08-04T09:41:08.143" v="101"/>
        <pc:sldMkLst>
          <pc:docMk/>
          <pc:sldMk cId="2658383253" sldId="529"/>
        </pc:sldMkLst>
        <pc:spChg chg="mod">
          <ac:chgData name="Kritchart Wongwailikhit" userId="81ef859a509033e1" providerId="LiveId" clId="{FE792050-E014-428E-8D1C-7E6095CF15E9}" dt="2025-08-04T09:41:08.143" v="101"/>
          <ac:spMkLst>
            <pc:docMk/>
            <pc:sldMk cId="2658383253" sldId="529"/>
            <ac:spMk id="4" creationId="{F212E732-502D-5FB3-BBA1-200AED8198E9}"/>
          </ac:spMkLst>
        </pc:spChg>
      </pc:sldChg>
      <pc:sldChg chg="modSp add">
        <pc:chgData name="Kritchart Wongwailikhit" userId="81ef859a509033e1" providerId="LiveId" clId="{FE792050-E014-428E-8D1C-7E6095CF15E9}" dt="2025-08-04T09:41:10.253" v="102"/>
        <pc:sldMkLst>
          <pc:docMk/>
          <pc:sldMk cId="2746179675" sldId="530"/>
        </pc:sldMkLst>
        <pc:spChg chg="mod">
          <ac:chgData name="Kritchart Wongwailikhit" userId="81ef859a509033e1" providerId="LiveId" clId="{FE792050-E014-428E-8D1C-7E6095CF15E9}" dt="2025-08-04T09:41:10.253" v="102"/>
          <ac:spMkLst>
            <pc:docMk/>
            <pc:sldMk cId="2746179675" sldId="530"/>
            <ac:spMk id="4" creationId="{F2FDEF15-C85C-C08C-2687-C941FE41182B}"/>
          </ac:spMkLst>
        </pc:spChg>
      </pc:sldChg>
      <pc:sldChg chg="modSp add">
        <pc:chgData name="Kritchart Wongwailikhit" userId="81ef859a509033e1" providerId="LiveId" clId="{FE792050-E014-428E-8D1C-7E6095CF15E9}" dt="2025-08-04T09:41:12.358" v="103"/>
        <pc:sldMkLst>
          <pc:docMk/>
          <pc:sldMk cId="1194475802" sldId="531"/>
        </pc:sldMkLst>
        <pc:spChg chg="mod">
          <ac:chgData name="Kritchart Wongwailikhit" userId="81ef859a509033e1" providerId="LiveId" clId="{FE792050-E014-428E-8D1C-7E6095CF15E9}" dt="2025-08-04T09:41:12.358" v="103"/>
          <ac:spMkLst>
            <pc:docMk/>
            <pc:sldMk cId="1194475802" sldId="531"/>
            <ac:spMk id="4" creationId="{F1360982-9344-82A8-0C22-0E95760427E1}"/>
          </ac:spMkLst>
        </pc:spChg>
      </pc:sldChg>
      <pc:sldChg chg="modSp add">
        <pc:chgData name="Kritchart Wongwailikhit" userId="81ef859a509033e1" providerId="LiveId" clId="{FE792050-E014-428E-8D1C-7E6095CF15E9}" dt="2025-08-04T09:41:15.424" v="104"/>
        <pc:sldMkLst>
          <pc:docMk/>
          <pc:sldMk cId="123302692" sldId="532"/>
        </pc:sldMkLst>
        <pc:spChg chg="mod">
          <ac:chgData name="Kritchart Wongwailikhit" userId="81ef859a509033e1" providerId="LiveId" clId="{FE792050-E014-428E-8D1C-7E6095CF15E9}" dt="2025-08-04T09:41:15.424" v="104"/>
          <ac:spMkLst>
            <pc:docMk/>
            <pc:sldMk cId="123302692" sldId="532"/>
            <ac:spMk id="4" creationId="{0BF4E149-FBDF-06CB-6A30-4DDB62DF3F2B}"/>
          </ac:spMkLst>
        </pc:spChg>
      </pc:sldChg>
    </pc:docChg>
  </pc:docChgLst>
  <pc:docChgLst>
    <pc:chgData name="Kritchart Wongwailikhit" userId="97b7f5e5-d80b-47a8-ab2c-0380d9e417ee" providerId="ADAL" clId="{F31EFDA2-E63C-45C1-B1D9-CAC92952C8A8}"/>
    <pc:docChg chg="undo redo custSel addSld delSld modSld sldOrd">
      <pc:chgData name="Kritchart Wongwailikhit" userId="97b7f5e5-d80b-47a8-ab2c-0380d9e417ee" providerId="ADAL" clId="{F31EFDA2-E63C-45C1-B1D9-CAC92952C8A8}" dt="2022-02-06T06:37:05.398" v="5540" actId="313"/>
      <pc:docMkLst>
        <pc:docMk/>
      </pc:docMkLst>
      <pc:sldChg chg="addSp modSp mod">
        <pc:chgData name="Kritchart Wongwailikhit" userId="97b7f5e5-d80b-47a8-ab2c-0380d9e417ee" providerId="ADAL" clId="{F31EFDA2-E63C-45C1-B1D9-CAC92952C8A8}" dt="2022-02-04T17:05:00.329" v="226"/>
        <pc:sldMkLst>
          <pc:docMk/>
          <pc:sldMk cId="3897578949" sldId="256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142238287" sldId="258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735720696" sldId="259"/>
        </pc:sldMkLst>
      </pc:sldChg>
      <pc:sldChg chg="addSp delSp modSp mod">
        <pc:chgData name="Kritchart Wongwailikhit" userId="97b7f5e5-d80b-47a8-ab2c-0380d9e417ee" providerId="ADAL" clId="{F31EFDA2-E63C-45C1-B1D9-CAC92952C8A8}" dt="2022-02-06T06:35:56.111" v="5530" actId="20577"/>
        <pc:sldMkLst>
          <pc:docMk/>
          <pc:sldMk cId="1174394727" sldId="261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675507728" sldId="262"/>
        </pc:sldMkLst>
      </pc:sldChg>
      <pc:sldChg chg="modSp add mod">
        <pc:chgData name="Kritchart Wongwailikhit" userId="97b7f5e5-d80b-47a8-ab2c-0380d9e417ee" providerId="ADAL" clId="{F31EFDA2-E63C-45C1-B1D9-CAC92952C8A8}" dt="2022-02-05T10:07:49.869" v="4172" actId="20577"/>
        <pc:sldMkLst>
          <pc:docMk/>
          <pc:sldMk cId="2686438687" sldId="262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516500227" sldId="263"/>
        </pc:sldMkLst>
      </pc:sldChg>
      <pc:sldChg chg="modSp add mod">
        <pc:chgData name="Kritchart Wongwailikhit" userId="97b7f5e5-d80b-47a8-ab2c-0380d9e417ee" providerId="ADAL" clId="{F31EFDA2-E63C-45C1-B1D9-CAC92952C8A8}" dt="2022-02-06T06:37:05.398" v="5540" actId="313"/>
        <pc:sldMkLst>
          <pc:docMk/>
          <pc:sldMk cId="2032102103" sldId="263"/>
        </pc:sldMkLst>
      </pc:sldChg>
      <pc:sldChg chg="addSp modSp add mod">
        <pc:chgData name="Kritchart Wongwailikhit" userId="97b7f5e5-d80b-47a8-ab2c-0380d9e417ee" providerId="ADAL" clId="{F31EFDA2-E63C-45C1-B1D9-CAC92952C8A8}" dt="2022-02-06T05:47:29.221" v="4791" actId="1038"/>
        <pc:sldMkLst>
          <pc:docMk/>
          <pc:sldMk cId="831788345" sldId="264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896312433" sldId="264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816925026" sldId="265"/>
        </pc:sldMkLst>
      </pc:sldChg>
      <pc:sldChg chg="delSp modSp add mod">
        <pc:chgData name="Kritchart Wongwailikhit" userId="97b7f5e5-d80b-47a8-ab2c-0380d9e417ee" providerId="ADAL" clId="{F31EFDA2-E63C-45C1-B1D9-CAC92952C8A8}" dt="2022-02-06T05:48:05.130" v="4793" actId="113"/>
        <pc:sldMkLst>
          <pc:docMk/>
          <pc:sldMk cId="1910760563" sldId="265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348019898" sldId="266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5:51:02.785" v="4812"/>
        <pc:sldMkLst>
          <pc:docMk/>
          <pc:sldMk cId="3631710011" sldId="266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594335314" sldId="267"/>
        </pc:sldMkLst>
      </pc:sldChg>
      <pc:sldChg chg="addSp delSp modSp add mod">
        <pc:chgData name="Kritchart Wongwailikhit" userId="97b7f5e5-d80b-47a8-ab2c-0380d9e417ee" providerId="ADAL" clId="{F31EFDA2-E63C-45C1-B1D9-CAC92952C8A8}" dt="2022-02-06T05:48:38.759" v="4800" actId="113"/>
        <pc:sldMkLst>
          <pc:docMk/>
          <pc:sldMk cId="2545464911" sldId="267"/>
        </pc:sldMkLst>
      </pc:sldChg>
      <pc:sldChg chg="addSp modSp add mod modAnim">
        <pc:chgData name="Kritchart Wongwailikhit" userId="97b7f5e5-d80b-47a8-ab2c-0380d9e417ee" providerId="ADAL" clId="{F31EFDA2-E63C-45C1-B1D9-CAC92952C8A8}" dt="2022-02-06T06:08:47.631" v="5062" actId="113"/>
        <pc:sldMkLst>
          <pc:docMk/>
          <pc:sldMk cId="143385433" sldId="268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426694692" sldId="268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08:52.209" v="5064" actId="113"/>
        <pc:sldMkLst>
          <pc:docMk/>
          <pc:sldMk cId="1909422660" sldId="269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4040496732" sldId="269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99901433" sldId="270"/>
        </pc:sldMkLst>
      </pc:sldChg>
      <pc:sldChg chg="delSp modSp add del mod modAnim">
        <pc:chgData name="Kritchart Wongwailikhit" userId="97b7f5e5-d80b-47a8-ab2c-0380d9e417ee" providerId="ADAL" clId="{F31EFDA2-E63C-45C1-B1D9-CAC92952C8A8}" dt="2022-02-05T05:07:36.665" v="1135" actId="47"/>
        <pc:sldMkLst>
          <pc:docMk/>
          <pc:sldMk cId="1265658899" sldId="270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09:09.006" v="5070" actId="113"/>
        <pc:sldMkLst>
          <pc:docMk/>
          <pc:sldMk cId="2887901913" sldId="271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037490092" sldId="271"/>
        </pc:sldMkLst>
      </pc:sldChg>
      <pc:sldChg chg="addSp delSp modSp add mod delAnim modAnim">
        <pc:chgData name="Kritchart Wongwailikhit" userId="97b7f5e5-d80b-47a8-ab2c-0380d9e417ee" providerId="ADAL" clId="{F31EFDA2-E63C-45C1-B1D9-CAC92952C8A8}" dt="2022-02-06T06:13:00.396" v="5157"/>
        <pc:sldMkLst>
          <pc:docMk/>
          <pc:sldMk cId="599460512" sldId="272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975277846" sldId="272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16:57.220" v="5202" actId="20577"/>
        <pc:sldMkLst>
          <pc:docMk/>
          <pc:sldMk cId="108382504" sldId="273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038067196" sldId="273"/>
        </pc:sldMkLst>
      </pc:sldChg>
      <pc:sldChg chg="delSp modSp add del mod">
        <pc:chgData name="Kritchart Wongwailikhit" userId="97b7f5e5-d80b-47a8-ab2c-0380d9e417ee" providerId="ADAL" clId="{F31EFDA2-E63C-45C1-B1D9-CAC92952C8A8}" dt="2022-02-05T05:07:37.893" v="1136" actId="47"/>
        <pc:sldMkLst>
          <pc:docMk/>
          <pc:sldMk cId="4200635905" sldId="273"/>
        </pc:sldMkLst>
      </pc:sldChg>
      <pc:sldChg chg="add del">
        <pc:chgData name="Kritchart Wongwailikhit" userId="97b7f5e5-d80b-47a8-ab2c-0380d9e417ee" providerId="ADAL" clId="{F31EFDA2-E63C-45C1-B1D9-CAC92952C8A8}" dt="2022-02-05T05:07:38.943" v="1137" actId="47"/>
        <pc:sldMkLst>
          <pc:docMk/>
          <pc:sldMk cId="291900567" sldId="274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467746348" sldId="274"/>
        </pc:sldMkLst>
      </pc:sldChg>
      <pc:sldChg chg="addSp delSp modSp add mod ord">
        <pc:chgData name="Kritchart Wongwailikhit" userId="97b7f5e5-d80b-47a8-ab2c-0380d9e417ee" providerId="ADAL" clId="{F31EFDA2-E63C-45C1-B1D9-CAC92952C8A8}" dt="2022-02-06T06:09:25.366" v="5076" actId="113"/>
        <pc:sldMkLst>
          <pc:docMk/>
          <pc:sldMk cId="4034224741" sldId="274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620820277" sldId="275"/>
        </pc:sldMkLst>
      </pc:sldChg>
      <pc:sldChg chg="addSp delSp modSp add mod">
        <pc:chgData name="Kritchart Wongwailikhit" userId="97b7f5e5-d80b-47a8-ab2c-0380d9e417ee" providerId="ADAL" clId="{F31EFDA2-E63C-45C1-B1D9-CAC92952C8A8}" dt="2022-02-06T06:09:38.911" v="5081" actId="113"/>
        <pc:sldMkLst>
          <pc:docMk/>
          <pc:sldMk cId="2266019779" sldId="275"/>
        </pc:sldMkLst>
      </pc:sldChg>
      <pc:sldChg chg="add del">
        <pc:chgData name="Kritchart Wongwailikhit" userId="97b7f5e5-d80b-47a8-ab2c-0380d9e417ee" providerId="ADAL" clId="{F31EFDA2-E63C-45C1-B1D9-CAC92952C8A8}" dt="2022-02-05T05:11:38.883" v="1227" actId="47"/>
        <pc:sldMkLst>
          <pc:docMk/>
          <pc:sldMk cId="3268697668" sldId="275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219988480" sldId="276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17:49.252" v="5211" actId="14100"/>
        <pc:sldMkLst>
          <pc:docMk/>
          <pc:sldMk cId="2198079123" sldId="276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166603966" sldId="277"/>
        </pc:sldMkLst>
      </pc:sldChg>
      <pc:sldChg chg="addSp delSp modSp add mod">
        <pc:chgData name="Kritchart Wongwailikhit" userId="97b7f5e5-d80b-47a8-ab2c-0380d9e417ee" providerId="ADAL" clId="{F31EFDA2-E63C-45C1-B1D9-CAC92952C8A8}" dt="2022-02-06T06:09:47.674" v="5085" actId="113"/>
        <pc:sldMkLst>
          <pc:docMk/>
          <pc:sldMk cId="2738010569" sldId="277"/>
        </pc:sldMkLst>
      </pc:sldChg>
      <pc:sldChg chg="addSp delSp modSp add mod">
        <pc:chgData name="Kritchart Wongwailikhit" userId="97b7f5e5-d80b-47a8-ab2c-0380d9e417ee" providerId="ADAL" clId="{F31EFDA2-E63C-45C1-B1D9-CAC92952C8A8}" dt="2022-02-06T06:09:51.718" v="5086" actId="113"/>
        <pc:sldMkLst>
          <pc:docMk/>
          <pc:sldMk cId="2940041867" sldId="278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4257872684" sldId="278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17:01.555" v="5203"/>
        <pc:sldMkLst>
          <pc:docMk/>
          <pc:sldMk cId="319583835" sldId="279"/>
        </pc:sldMkLst>
      </pc:sldChg>
      <pc:sldChg chg="add del">
        <pc:chgData name="Kritchart Wongwailikhit" userId="97b7f5e5-d80b-47a8-ab2c-0380d9e417ee" providerId="ADAL" clId="{F31EFDA2-E63C-45C1-B1D9-CAC92952C8A8}" dt="2022-02-05T06:25:55.302" v="2018" actId="47"/>
        <pc:sldMkLst>
          <pc:docMk/>
          <pc:sldMk cId="1300007652" sldId="280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4246655055" sldId="280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09:01.383" v="5068" actId="113"/>
        <pc:sldMkLst>
          <pc:docMk/>
          <pc:sldMk cId="2779169751" sldId="281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090592586" sldId="281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886500777" sldId="282"/>
        </pc:sldMkLst>
      </pc:sldChg>
      <pc:sldChg chg="addSp delSp modSp add mod">
        <pc:chgData name="Kritchart Wongwailikhit" userId="97b7f5e5-d80b-47a8-ab2c-0380d9e417ee" providerId="ADAL" clId="{F31EFDA2-E63C-45C1-B1D9-CAC92952C8A8}" dt="2022-02-06T06:09:56.570" v="5087" actId="113"/>
        <pc:sldMkLst>
          <pc:docMk/>
          <pc:sldMk cId="2908629631" sldId="282"/>
        </pc:sldMkLst>
      </pc:sldChg>
      <pc:sldChg chg="addSp delSp modSp add del mod">
        <pc:chgData name="Kritchart Wongwailikhit" userId="97b7f5e5-d80b-47a8-ab2c-0380d9e417ee" providerId="ADAL" clId="{F31EFDA2-E63C-45C1-B1D9-CAC92952C8A8}" dt="2022-02-05T06:25:48.495" v="2017" actId="47"/>
        <pc:sldMkLst>
          <pc:docMk/>
          <pc:sldMk cId="3895096939" sldId="282"/>
        </pc:sldMkLst>
      </pc:sldChg>
      <pc:sldChg chg="addSp delSp modSp add mod">
        <pc:chgData name="Kritchart Wongwailikhit" userId="97b7f5e5-d80b-47a8-ab2c-0380d9e417ee" providerId="ADAL" clId="{F31EFDA2-E63C-45C1-B1D9-CAC92952C8A8}" dt="2022-02-06T06:09:59.078" v="5088" actId="113"/>
        <pc:sldMkLst>
          <pc:docMk/>
          <pc:sldMk cId="917383018" sldId="283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408629991" sldId="283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066292545" sldId="284"/>
        </pc:sldMkLst>
      </pc:sldChg>
      <pc:sldChg chg="addSp delSp modSp add mod">
        <pc:chgData name="Kritchart Wongwailikhit" userId="97b7f5e5-d80b-47a8-ab2c-0380d9e417ee" providerId="ADAL" clId="{F31EFDA2-E63C-45C1-B1D9-CAC92952C8A8}" dt="2022-02-06T06:20:24.419" v="5220" actId="1076"/>
        <pc:sldMkLst>
          <pc:docMk/>
          <pc:sldMk cId="2692565561" sldId="284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962149640" sldId="285"/>
        </pc:sldMkLst>
      </pc:sldChg>
      <pc:sldChg chg="addSp delSp modSp add del mod">
        <pc:chgData name="Kritchart Wongwailikhit" userId="97b7f5e5-d80b-47a8-ab2c-0380d9e417ee" providerId="ADAL" clId="{F31EFDA2-E63C-45C1-B1D9-CAC92952C8A8}" dt="2022-02-05T06:44:11.979" v="2217" actId="47"/>
        <pc:sldMkLst>
          <pc:docMk/>
          <pc:sldMk cId="2090187011" sldId="285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928944998" sldId="286"/>
        </pc:sldMkLst>
      </pc:sldChg>
      <pc:sldChg chg="modSp add mod ord">
        <pc:chgData name="Kritchart Wongwailikhit" userId="97b7f5e5-d80b-47a8-ab2c-0380d9e417ee" providerId="ADAL" clId="{F31EFDA2-E63C-45C1-B1D9-CAC92952C8A8}" dt="2022-02-06T06:20:04.268" v="5212" actId="6549"/>
        <pc:sldMkLst>
          <pc:docMk/>
          <pc:sldMk cId="3548031564" sldId="286"/>
        </pc:sldMkLst>
      </pc:sldChg>
      <pc:sldChg chg="delSp modSp add mod">
        <pc:chgData name="Kritchart Wongwailikhit" userId="97b7f5e5-d80b-47a8-ab2c-0380d9e417ee" providerId="ADAL" clId="{F31EFDA2-E63C-45C1-B1D9-CAC92952C8A8}" dt="2022-02-06T06:20:59.144" v="5261" actId="20577"/>
        <pc:sldMkLst>
          <pc:docMk/>
          <pc:sldMk cId="1713520889" sldId="287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407438218" sldId="287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035834137" sldId="288"/>
        </pc:sldMkLst>
      </pc:sldChg>
      <pc:sldChg chg="addSp modSp add mod">
        <pc:chgData name="Kritchart Wongwailikhit" userId="97b7f5e5-d80b-47a8-ab2c-0380d9e417ee" providerId="ADAL" clId="{F31EFDA2-E63C-45C1-B1D9-CAC92952C8A8}" dt="2022-02-06T06:10:13.327" v="5092" actId="113"/>
        <pc:sldMkLst>
          <pc:docMk/>
          <pc:sldMk cId="1832865337" sldId="288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21:27.922" v="5265" actId="14100"/>
        <pc:sldMkLst>
          <pc:docMk/>
          <pc:sldMk cId="326668421" sldId="289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151842627" sldId="289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671148722" sldId="290"/>
        </pc:sldMkLst>
      </pc:sldChg>
      <pc:sldChg chg="addSp delSp modSp add mod">
        <pc:chgData name="Kritchart Wongwailikhit" userId="97b7f5e5-d80b-47a8-ab2c-0380d9e417ee" providerId="ADAL" clId="{F31EFDA2-E63C-45C1-B1D9-CAC92952C8A8}" dt="2022-02-06T06:10:15.891" v="5093" actId="113"/>
        <pc:sldMkLst>
          <pc:docMk/>
          <pc:sldMk cId="3181452897" sldId="290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660635158" sldId="291"/>
        </pc:sldMkLst>
      </pc:sldChg>
      <pc:sldChg chg="addSp delSp modSp add del mod delAnim modAnim">
        <pc:chgData name="Kritchart Wongwailikhit" userId="97b7f5e5-d80b-47a8-ab2c-0380d9e417ee" providerId="ADAL" clId="{F31EFDA2-E63C-45C1-B1D9-CAC92952C8A8}" dt="2022-02-06T06:22:24.427" v="5268" actId="47"/>
        <pc:sldMkLst>
          <pc:docMk/>
          <pc:sldMk cId="4133362021" sldId="291"/>
        </pc:sldMkLst>
      </pc:sldChg>
      <pc:sldChg chg="addSp modSp add mod modAnim">
        <pc:chgData name="Kritchart Wongwailikhit" userId="97b7f5e5-d80b-47a8-ab2c-0380d9e417ee" providerId="ADAL" clId="{F31EFDA2-E63C-45C1-B1D9-CAC92952C8A8}" dt="2022-02-06T06:22:27.354" v="5269"/>
        <pc:sldMkLst>
          <pc:docMk/>
          <pc:sldMk cId="135825047" sldId="292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435719897" sldId="292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929525448" sldId="293"/>
        </pc:sldMkLst>
      </pc:sldChg>
      <pc:sldChg chg="modSp add mod">
        <pc:chgData name="Kritchart Wongwailikhit" userId="97b7f5e5-d80b-47a8-ab2c-0380d9e417ee" providerId="ADAL" clId="{F31EFDA2-E63C-45C1-B1D9-CAC92952C8A8}" dt="2022-02-06T06:10:23.135" v="5096" actId="113"/>
        <pc:sldMkLst>
          <pc:docMk/>
          <pc:sldMk cId="3112969150" sldId="293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1887130593" sldId="294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22:58.433" v="5272" actId="14100"/>
        <pc:sldMkLst>
          <pc:docMk/>
          <pc:sldMk cId="2042833053" sldId="294"/>
        </pc:sldMkLst>
      </pc:sldChg>
      <pc:sldChg chg="addSp delSp modSp add mod delAnim modAnim">
        <pc:chgData name="Kritchart Wongwailikhit" userId="97b7f5e5-d80b-47a8-ab2c-0380d9e417ee" providerId="ADAL" clId="{F31EFDA2-E63C-45C1-B1D9-CAC92952C8A8}" dt="2022-02-06T06:26:50.272" v="5378" actId="1076"/>
        <pc:sldMkLst>
          <pc:docMk/>
          <pc:sldMk cId="310808665" sldId="295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566695472" sldId="295"/>
        </pc:sldMkLst>
      </pc:sldChg>
      <pc:sldChg chg="addSp delSp modSp add mod">
        <pc:chgData name="Kritchart Wongwailikhit" userId="97b7f5e5-d80b-47a8-ab2c-0380d9e417ee" providerId="ADAL" clId="{F31EFDA2-E63C-45C1-B1D9-CAC92952C8A8}" dt="2022-02-06T06:10:42.731" v="5130" actId="1036"/>
        <pc:sldMkLst>
          <pc:docMk/>
          <pc:sldMk cId="1512291626" sldId="296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011241284" sldId="296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943385356" sldId="297"/>
        </pc:sldMkLst>
      </pc:sldChg>
      <pc:sldChg chg="addSp delSp modSp add mod">
        <pc:chgData name="Kritchart Wongwailikhit" userId="97b7f5e5-d80b-47a8-ab2c-0380d9e417ee" providerId="ADAL" clId="{F31EFDA2-E63C-45C1-B1D9-CAC92952C8A8}" dt="2022-02-06T06:10:44.961" v="5131" actId="113"/>
        <pc:sldMkLst>
          <pc:docMk/>
          <pc:sldMk cId="3176215540" sldId="297"/>
        </pc:sldMkLst>
      </pc:sldChg>
      <pc:sldChg chg="addSp delSp modSp add mod">
        <pc:chgData name="Kritchart Wongwailikhit" userId="97b7f5e5-d80b-47a8-ab2c-0380d9e417ee" providerId="ADAL" clId="{F31EFDA2-E63C-45C1-B1D9-CAC92952C8A8}" dt="2022-02-06T06:10:47.696" v="5132" actId="113"/>
        <pc:sldMkLst>
          <pc:docMk/>
          <pc:sldMk cId="2052007393" sldId="298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3779245730" sldId="298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28:21.096" v="5400" actId="20577"/>
        <pc:sldMkLst>
          <pc:docMk/>
          <pc:sldMk cId="957856934" sldId="299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413232295" sldId="299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514487762" sldId="300"/>
        </pc:sldMkLst>
      </pc:sldChg>
      <pc:sldChg chg="add del">
        <pc:chgData name="Kritchart Wongwailikhit" userId="97b7f5e5-d80b-47a8-ab2c-0380d9e417ee" providerId="ADAL" clId="{F31EFDA2-E63C-45C1-B1D9-CAC92952C8A8}" dt="2022-02-05T07:35:05.867" v="3329" actId="47"/>
        <pc:sldMkLst>
          <pc:docMk/>
          <pc:sldMk cId="3015191446" sldId="300"/>
        </pc:sldMkLst>
      </pc:sldChg>
      <pc:sldChg chg="addSp delSp modSp add mod">
        <pc:chgData name="Kritchart Wongwailikhit" userId="97b7f5e5-d80b-47a8-ab2c-0380d9e417ee" providerId="ADAL" clId="{F31EFDA2-E63C-45C1-B1D9-CAC92952C8A8}" dt="2022-02-06T06:29:07.850" v="5407" actId="20577"/>
        <pc:sldMkLst>
          <pc:docMk/>
          <pc:sldMk cId="3433193299" sldId="300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272487785" sldId="301"/>
        </pc:sldMkLst>
      </pc:sldChg>
      <pc:sldChg chg="modSp add mod ord">
        <pc:chgData name="Kritchart Wongwailikhit" userId="97b7f5e5-d80b-47a8-ab2c-0380d9e417ee" providerId="ADAL" clId="{F31EFDA2-E63C-45C1-B1D9-CAC92952C8A8}" dt="2022-02-06T06:10:52.841" v="5134" actId="113"/>
        <pc:sldMkLst>
          <pc:docMk/>
          <pc:sldMk cId="3725037647" sldId="301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767237087" sldId="302"/>
        </pc:sldMkLst>
      </pc:sldChg>
      <pc:sldChg chg="delSp add del">
        <pc:chgData name="Kritchart Wongwailikhit" userId="97b7f5e5-d80b-47a8-ab2c-0380d9e417ee" providerId="ADAL" clId="{F31EFDA2-E63C-45C1-B1D9-CAC92952C8A8}" dt="2022-02-05T09:50:25.389" v="3578" actId="47"/>
        <pc:sldMkLst>
          <pc:docMk/>
          <pc:sldMk cId="4253019503" sldId="302"/>
        </pc:sldMkLst>
      </pc:sldChg>
      <pc:sldChg chg="del">
        <pc:chgData name="Kritchart Wongwailikhit" userId="97b7f5e5-d80b-47a8-ab2c-0380d9e417ee" providerId="ADAL" clId="{F31EFDA2-E63C-45C1-B1D9-CAC92952C8A8}" dt="2022-02-04T17:05:32.954" v="227" actId="47"/>
        <pc:sldMkLst>
          <pc:docMk/>
          <pc:sldMk cId="628468725" sldId="303"/>
        </pc:sldMkLst>
      </pc:sldChg>
      <pc:sldChg chg="addSp delSp modSp add mod">
        <pc:chgData name="Kritchart Wongwailikhit" userId="97b7f5e5-d80b-47a8-ab2c-0380d9e417ee" providerId="ADAL" clId="{F31EFDA2-E63C-45C1-B1D9-CAC92952C8A8}" dt="2022-02-06T06:29:11.368" v="5414" actId="20577"/>
        <pc:sldMkLst>
          <pc:docMk/>
          <pc:sldMk cId="1853601285" sldId="303"/>
        </pc:sldMkLst>
      </pc:sldChg>
      <pc:sldChg chg="addSp delSp modSp add mod">
        <pc:chgData name="Kritchart Wongwailikhit" userId="97b7f5e5-d80b-47a8-ab2c-0380d9e417ee" providerId="ADAL" clId="{F31EFDA2-E63C-45C1-B1D9-CAC92952C8A8}" dt="2022-02-06T06:11:02.015" v="5139" actId="113"/>
        <pc:sldMkLst>
          <pc:docMk/>
          <pc:sldMk cId="1659934724" sldId="304"/>
        </pc:sldMkLst>
      </pc:sldChg>
      <pc:sldChg chg="addSp delSp modSp add mod delAnim modAnim">
        <pc:chgData name="Kritchart Wongwailikhit" userId="97b7f5e5-d80b-47a8-ab2c-0380d9e417ee" providerId="ADAL" clId="{F31EFDA2-E63C-45C1-B1D9-CAC92952C8A8}" dt="2022-02-06T06:30:33.530" v="5466" actId="14100"/>
        <pc:sldMkLst>
          <pc:docMk/>
          <pc:sldMk cId="2635389042" sldId="305"/>
        </pc:sldMkLst>
      </pc:sldChg>
      <pc:sldChg chg="addSp delSp modSp add mod ord modAnim">
        <pc:chgData name="Kritchart Wongwailikhit" userId="97b7f5e5-d80b-47a8-ab2c-0380d9e417ee" providerId="ADAL" clId="{F31EFDA2-E63C-45C1-B1D9-CAC92952C8A8}" dt="2022-02-06T06:30:55.645" v="5468"/>
        <pc:sldMkLst>
          <pc:docMk/>
          <pc:sldMk cId="1242405467" sldId="306"/>
        </pc:sldMkLst>
      </pc:sldChg>
      <pc:sldChg chg="addSp delSp modSp add mod">
        <pc:chgData name="Kritchart Wongwailikhit" userId="97b7f5e5-d80b-47a8-ab2c-0380d9e417ee" providerId="ADAL" clId="{F31EFDA2-E63C-45C1-B1D9-CAC92952C8A8}" dt="2022-02-06T06:11:11.074" v="5142" actId="113"/>
        <pc:sldMkLst>
          <pc:docMk/>
          <pc:sldMk cId="2839868017" sldId="307"/>
        </pc:sldMkLst>
      </pc:sldChg>
      <pc:sldChg chg="addSp delSp modSp add mod">
        <pc:chgData name="Kritchart Wongwailikhit" userId="97b7f5e5-d80b-47a8-ab2c-0380d9e417ee" providerId="ADAL" clId="{F31EFDA2-E63C-45C1-B1D9-CAC92952C8A8}" dt="2022-02-06T06:11:13.386" v="5143" actId="113"/>
        <pc:sldMkLst>
          <pc:docMk/>
          <pc:sldMk cId="4258292429" sldId="308"/>
        </pc:sldMkLst>
      </pc:sldChg>
      <pc:sldChg chg="delSp modSp add mod">
        <pc:chgData name="Kritchart Wongwailikhit" userId="97b7f5e5-d80b-47a8-ab2c-0380d9e417ee" providerId="ADAL" clId="{F31EFDA2-E63C-45C1-B1D9-CAC92952C8A8}" dt="2022-02-06T06:35:35.090" v="5528" actId="115"/>
        <pc:sldMkLst>
          <pc:docMk/>
          <pc:sldMk cId="4233810538" sldId="309"/>
        </pc:sldMkLst>
      </pc:sldChg>
      <pc:sldChg chg="addSp delSp modSp add mod modAnim">
        <pc:chgData name="Kritchart Wongwailikhit" userId="97b7f5e5-d80b-47a8-ab2c-0380d9e417ee" providerId="ADAL" clId="{F31EFDA2-E63C-45C1-B1D9-CAC92952C8A8}" dt="2022-02-06T06:08:57.003" v="5066" actId="113"/>
        <pc:sldMkLst>
          <pc:docMk/>
          <pc:sldMk cId="236849153" sldId="310"/>
        </pc:sldMkLst>
      </pc:sldChg>
      <pc:sldChg chg="add del">
        <pc:chgData name="Kritchart Wongwailikhit" userId="97b7f5e5-d80b-47a8-ab2c-0380d9e417ee" providerId="ADAL" clId="{F31EFDA2-E63C-45C1-B1D9-CAC92952C8A8}" dt="2022-02-05T10:12:51.845" v="4494" actId="2890"/>
        <pc:sldMkLst>
          <pc:docMk/>
          <pc:sldMk cId="2326902459" sldId="310"/>
        </pc:sldMkLst>
      </pc:sldChg>
      <pc:sldChg chg="delSp modSp add mod">
        <pc:chgData name="Kritchart Wongwailikhit" userId="97b7f5e5-d80b-47a8-ab2c-0380d9e417ee" providerId="ADAL" clId="{F31EFDA2-E63C-45C1-B1D9-CAC92952C8A8}" dt="2022-02-06T06:26:56.925" v="5379" actId="20577"/>
        <pc:sldMkLst>
          <pc:docMk/>
          <pc:sldMk cId="1601380628" sldId="311"/>
        </pc:sldMkLst>
      </pc:sldChg>
      <pc:sldChg chg="addSp delSp add mod">
        <pc:chgData name="Kritchart Wongwailikhit" userId="97b7f5e5-d80b-47a8-ab2c-0380d9e417ee" providerId="ADAL" clId="{F31EFDA2-E63C-45C1-B1D9-CAC92952C8A8}" dt="2022-02-06T06:36:48.947" v="5537"/>
        <pc:sldMkLst>
          <pc:docMk/>
          <pc:sldMk cId="3209693298" sldId="312"/>
        </pc:sldMkLst>
      </pc:sldChg>
    </pc:docChg>
  </pc:docChgLst>
  <pc:docChgLst>
    <pc:chgData name="Kritchart Wongwailikhit" userId="97b7f5e5-d80b-47a8-ab2c-0380d9e417ee" providerId="ADAL" clId="{9F6AA651-E4DB-4E2F-8E41-3EBD88D88584}"/>
    <pc:docChg chg="undo custSel addSld delSld modSld">
      <pc:chgData name="Kritchart Wongwailikhit" userId="97b7f5e5-d80b-47a8-ab2c-0380d9e417ee" providerId="ADAL" clId="{9F6AA651-E4DB-4E2F-8E41-3EBD88D88584}" dt="2024-01-03T08:51:48.586" v="686" actId="1076"/>
      <pc:docMkLst>
        <pc:docMk/>
      </pc:docMkLst>
      <pc:sldChg chg="modSp mod">
        <pc:chgData name="Kritchart Wongwailikhit" userId="97b7f5e5-d80b-47a8-ab2c-0380d9e417ee" providerId="ADAL" clId="{9F6AA651-E4DB-4E2F-8E41-3EBD88D88584}" dt="2024-01-03T07:35:47.754" v="111" actId="1076"/>
        <pc:sldMkLst>
          <pc:docMk/>
          <pc:sldMk cId="1601380628" sldId="311"/>
        </pc:sldMkLst>
      </pc:sldChg>
      <pc:sldChg chg="del">
        <pc:chgData name="Kritchart Wongwailikhit" userId="97b7f5e5-d80b-47a8-ab2c-0380d9e417ee" providerId="ADAL" clId="{9F6AA651-E4DB-4E2F-8E41-3EBD88D88584}" dt="2024-01-03T06:02:45.952" v="0" actId="47"/>
        <pc:sldMkLst>
          <pc:docMk/>
          <pc:sldMk cId="3603979179" sldId="318"/>
        </pc:sldMkLst>
      </pc:sldChg>
      <pc:sldChg chg="modSp mod">
        <pc:chgData name="Kritchart Wongwailikhit" userId="97b7f5e5-d80b-47a8-ab2c-0380d9e417ee" providerId="ADAL" clId="{9F6AA651-E4DB-4E2F-8E41-3EBD88D88584}" dt="2024-01-03T07:31:20.200" v="103"/>
        <pc:sldMkLst>
          <pc:docMk/>
          <pc:sldMk cId="1704546253" sldId="351"/>
        </pc:sldMkLst>
      </pc:sldChg>
      <pc:sldChg chg="addSp delSp modSp mod">
        <pc:chgData name="Kritchart Wongwailikhit" userId="97b7f5e5-d80b-47a8-ab2c-0380d9e417ee" providerId="ADAL" clId="{9F6AA651-E4DB-4E2F-8E41-3EBD88D88584}" dt="2024-01-03T07:39:41.306" v="375" actId="115"/>
        <pc:sldMkLst>
          <pc:docMk/>
          <pc:sldMk cId="2757611561" sldId="352"/>
        </pc:sldMkLst>
      </pc:sldChg>
      <pc:sldChg chg="addSp delSp modSp add mod modShow">
        <pc:chgData name="Kritchart Wongwailikhit" userId="97b7f5e5-d80b-47a8-ab2c-0380d9e417ee" providerId="ADAL" clId="{9F6AA651-E4DB-4E2F-8E41-3EBD88D88584}" dt="2024-01-03T07:41:43.309" v="451" actId="20577"/>
        <pc:sldMkLst>
          <pc:docMk/>
          <pc:sldMk cId="2774403500" sldId="353"/>
        </pc:sldMkLst>
      </pc:sldChg>
      <pc:sldChg chg="addSp delSp modSp add mod">
        <pc:chgData name="Kritchart Wongwailikhit" userId="97b7f5e5-d80b-47a8-ab2c-0380d9e417ee" providerId="ADAL" clId="{9F6AA651-E4DB-4E2F-8E41-3EBD88D88584}" dt="2024-01-03T07:37:09.366" v="275" actId="20577"/>
        <pc:sldMkLst>
          <pc:docMk/>
          <pc:sldMk cId="564106119" sldId="354"/>
        </pc:sldMkLst>
      </pc:sldChg>
      <pc:sldChg chg="addSp delSp modSp add mod">
        <pc:chgData name="Kritchart Wongwailikhit" userId="97b7f5e5-d80b-47a8-ab2c-0380d9e417ee" providerId="ADAL" clId="{9F6AA651-E4DB-4E2F-8E41-3EBD88D88584}" dt="2024-01-03T07:39:53.314" v="376" actId="1076"/>
        <pc:sldMkLst>
          <pc:docMk/>
          <pc:sldMk cId="2842300912" sldId="355"/>
        </pc:sldMkLst>
      </pc:sldChg>
      <pc:sldChg chg="addSp delSp modSp add mod">
        <pc:chgData name="Kritchart Wongwailikhit" userId="97b7f5e5-d80b-47a8-ab2c-0380d9e417ee" providerId="ADAL" clId="{9F6AA651-E4DB-4E2F-8E41-3EBD88D88584}" dt="2024-01-03T07:42:32.116" v="486" actId="1038"/>
        <pc:sldMkLst>
          <pc:docMk/>
          <pc:sldMk cId="3120641020" sldId="356"/>
        </pc:sldMkLst>
      </pc:sldChg>
      <pc:sldChg chg="addSp delSp modSp add mod">
        <pc:chgData name="Kritchart Wongwailikhit" userId="97b7f5e5-d80b-47a8-ab2c-0380d9e417ee" providerId="ADAL" clId="{9F6AA651-E4DB-4E2F-8E41-3EBD88D88584}" dt="2024-01-03T08:51:48.586" v="686" actId="1076"/>
        <pc:sldMkLst>
          <pc:docMk/>
          <pc:sldMk cId="3477058721" sldId="357"/>
        </pc:sldMkLst>
      </pc:sldChg>
    </pc:docChg>
  </pc:docChgLst>
  <pc:docChgLst>
    <pc:chgData name="Kritchart Wongwailikhit" userId="97b7f5e5-d80b-47a8-ab2c-0380d9e417ee" providerId="ADAL" clId="{28FA65D0-AE56-452C-A1F2-4E6AD70533DB}"/>
    <pc:docChg chg="modSld">
      <pc:chgData name="Kritchart Wongwailikhit" userId="97b7f5e5-d80b-47a8-ab2c-0380d9e417ee" providerId="ADAL" clId="{28FA65D0-AE56-452C-A1F2-4E6AD70533DB}" dt="2022-02-07T04:19:29.025" v="0" actId="113"/>
      <pc:docMkLst>
        <pc:docMk/>
      </pc:docMkLst>
      <pc:sldChg chg="modSp mod">
        <pc:chgData name="Kritchart Wongwailikhit" userId="97b7f5e5-d80b-47a8-ab2c-0380d9e417ee" providerId="ADAL" clId="{28FA65D0-AE56-452C-A1F2-4E6AD70533DB}" dt="2022-02-07T04:19:29.025" v="0" actId="113"/>
        <pc:sldMkLst>
          <pc:docMk/>
          <pc:sldMk cId="326668421" sldId="289"/>
        </pc:sldMkLst>
      </pc:sldChg>
    </pc:docChg>
  </pc:docChgLst>
  <pc:docChgLst>
    <pc:chgData name="Kritchart Wongwailikhit" userId="97b7f5e5-d80b-47a8-ab2c-0380d9e417ee" providerId="ADAL" clId="{370C17EB-8584-4991-BE64-A6D3B3C72B56}"/>
    <pc:docChg chg="undo custSel addSld modSld">
      <pc:chgData name="Kritchart Wongwailikhit" userId="97b7f5e5-d80b-47a8-ab2c-0380d9e417ee" providerId="ADAL" clId="{370C17EB-8584-4991-BE64-A6D3B3C72B56}" dt="2024-03-18T07:22:20.681" v="1108" actId="20577"/>
      <pc:docMkLst>
        <pc:docMk/>
      </pc:docMkLst>
      <pc:sldChg chg="modSp mod">
        <pc:chgData name="Kritchart Wongwailikhit" userId="97b7f5e5-d80b-47a8-ab2c-0380d9e417ee" providerId="ADAL" clId="{370C17EB-8584-4991-BE64-A6D3B3C72B56}" dt="2024-03-17T09:29:27.938" v="363" actId="20577"/>
        <pc:sldMkLst>
          <pc:docMk/>
          <pc:sldMk cId="3880753019" sldId="396"/>
        </pc:sldMkLst>
      </pc:sldChg>
      <pc:sldChg chg="addSp modSp mod">
        <pc:chgData name="Kritchart Wongwailikhit" userId="97b7f5e5-d80b-47a8-ab2c-0380d9e417ee" providerId="ADAL" clId="{370C17EB-8584-4991-BE64-A6D3B3C72B56}" dt="2024-03-17T09:32:35.645" v="502" actId="20577"/>
        <pc:sldMkLst>
          <pc:docMk/>
          <pc:sldMk cId="1483491726" sldId="397"/>
        </pc:sldMkLst>
      </pc:sldChg>
      <pc:sldChg chg="addSp modSp mod">
        <pc:chgData name="Kritchart Wongwailikhit" userId="97b7f5e5-d80b-47a8-ab2c-0380d9e417ee" providerId="ADAL" clId="{370C17EB-8584-4991-BE64-A6D3B3C72B56}" dt="2024-03-17T09:35:27.772" v="536" actId="14100"/>
        <pc:sldMkLst>
          <pc:docMk/>
          <pc:sldMk cId="347501322" sldId="398"/>
        </pc:sldMkLst>
      </pc:sldChg>
      <pc:sldChg chg="addSp modSp mod">
        <pc:chgData name="Kritchart Wongwailikhit" userId="97b7f5e5-d80b-47a8-ab2c-0380d9e417ee" providerId="ADAL" clId="{370C17EB-8584-4991-BE64-A6D3B3C72B56}" dt="2024-03-17T09:45:12.576" v="544" actId="1076"/>
        <pc:sldMkLst>
          <pc:docMk/>
          <pc:sldMk cId="292210943" sldId="399"/>
        </pc:sldMkLst>
      </pc:sldChg>
      <pc:sldChg chg="addSp modSp mod">
        <pc:chgData name="Kritchart Wongwailikhit" userId="97b7f5e5-d80b-47a8-ab2c-0380d9e417ee" providerId="ADAL" clId="{370C17EB-8584-4991-BE64-A6D3B3C72B56}" dt="2024-03-17T09:50:54.035" v="717" actId="1076"/>
        <pc:sldMkLst>
          <pc:docMk/>
          <pc:sldMk cId="2846931641" sldId="400"/>
        </pc:sldMkLst>
      </pc:sldChg>
      <pc:sldChg chg="addSp delSp modSp mod">
        <pc:chgData name="Kritchart Wongwailikhit" userId="97b7f5e5-d80b-47a8-ab2c-0380d9e417ee" providerId="ADAL" clId="{370C17EB-8584-4991-BE64-A6D3B3C72B56}" dt="2024-03-17T09:57:46.023" v="955" actId="20577"/>
        <pc:sldMkLst>
          <pc:docMk/>
          <pc:sldMk cId="4294965312" sldId="401"/>
        </pc:sldMkLst>
      </pc:sldChg>
      <pc:sldChg chg="addSp delSp modSp add mod">
        <pc:chgData name="Kritchart Wongwailikhit" userId="97b7f5e5-d80b-47a8-ab2c-0380d9e417ee" providerId="ADAL" clId="{370C17EB-8584-4991-BE64-A6D3B3C72B56}" dt="2024-03-17T09:47:17.353" v="551" actId="1076"/>
        <pc:sldMkLst>
          <pc:docMk/>
          <pc:sldMk cId="2923255021" sldId="416"/>
        </pc:sldMkLst>
      </pc:sldChg>
      <pc:sldChg chg="addSp delSp modSp add mod">
        <pc:chgData name="Kritchart Wongwailikhit" userId="97b7f5e5-d80b-47a8-ab2c-0380d9e417ee" providerId="ADAL" clId="{370C17EB-8584-4991-BE64-A6D3B3C72B56}" dt="2024-03-17T09:47:42.239" v="556" actId="1076"/>
        <pc:sldMkLst>
          <pc:docMk/>
          <pc:sldMk cId="2651572072" sldId="417"/>
        </pc:sldMkLst>
      </pc:sldChg>
      <pc:sldChg chg="add">
        <pc:chgData name="Kritchart Wongwailikhit" userId="97b7f5e5-d80b-47a8-ab2c-0380d9e417ee" providerId="ADAL" clId="{370C17EB-8584-4991-BE64-A6D3B3C72B56}" dt="2024-03-17T09:53:14.281" v="850"/>
        <pc:sldMkLst>
          <pc:docMk/>
          <pc:sldMk cId="2750242103" sldId="418"/>
        </pc:sldMkLst>
      </pc:sldChg>
      <pc:sldChg chg="modSp mod">
        <pc:chgData name="Kritchart Wongwailikhit" userId="97b7f5e5-d80b-47a8-ab2c-0380d9e417ee" providerId="ADAL" clId="{370C17EB-8584-4991-BE64-A6D3B3C72B56}" dt="2024-03-18T06:55:20.759" v="1076" actId="1035"/>
        <pc:sldMkLst>
          <pc:docMk/>
          <pc:sldMk cId="1616405350" sldId="429"/>
        </pc:sldMkLst>
      </pc:sldChg>
      <pc:sldChg chg="modSp mod">
        <pc:chgData name="Kritchart Wongwailikhit" userId="97b7f5e5-d80b-47a8-ab2c-0380d9e417ee" providerId="ADAL" clId="{370C17EB-8584-4991-BE64-A6D3B3C72B56}" dt="2024-03-18T07:22:20.681" v="1108" actId="20577"/>
        <pc:sldMkLst>
          <pc:docMk/>
          <pc:sldMk cId="541473420" sldId="443"/>
        </pc:sldMkLst>
      </pc:sldChg>
      <pc:sldChg chg="modSp mod">
        <pc:chgData name="Kritchart Wongwailikhit" userId="97b7f5e5-d80b-47a8-ab2c-0380d9e417ee" providerId="ADAL" clId="{370C17EB-8584-4991-BE64-A6D3B3C72B56}" dt="2024-03-18T07:21:56.471" v="1090" actId="20577"/>
        <pc:sldMkLst>
          <pc:docMk/>
          <pc:sldMk cId="1452041779" sldId="445"/>
        </pc:sldMkLst>
      </pc:sldChg>
      <pc:sldChg chg="addSp delSp modSp mod">
        <pc:chgData name="Kritchart Wongwailikhit" userId="97b7f5e5-d80b-47a8-ab2c-0380d9e417ee" providerId="ADAL" clId="{370C17EB-8584-4991-BE64-A6D3B3C72B56}" dt="2024-03-18T05:57:00.822" v="1041" actId="478"/>
        <pc:sldMkLst>
          <pc:docMk/>
          <pc:sldMk cId="2324955400" sldId="466"/>
        </pc:sldMkLst>
      </pc:sldChg>
    </pc:docChg>
  </pc:docChgLst>
  <pc:docChgLst>
    <pc:chgData name="Kritchart Wongwailikhit" userId="97b7f5e5-d80b-47a8-ab2c-0380d9e417ee" providerId="ADAL" clId="{1AF17874-B82D-4053-9645-0034467946DC}"/>
    <pc:docChg chg="undo custSel addSld delSld modSld">
      <pc:chgData name="Kritchart Wongwailikhit" userId="97b7f5e5-d80b-47a8-ab2c-0380d9e417ee" providerId="ADAL" clId="{1AF17874-B82D-4053-9645-0034467946DC}" dt="2024-01-23T05:48:36.710" v="159" actId="20577"/>
      <pc:docMkLst>
        <pc:docMk/>
      </pc:docMkLst>
      <pc:sldChg chg="modSp mod">
        <pc:chgData name="Kritchart Wongwailikhit" userId="97b7f5e5-d80b-47a8-ab2c-0380d9e417ee" providerId="ADAL" clId="{1AF17874-B82D-4053-9645-0034467946DC}" dt="2024-01-23T05:46:46.001" v="143" actId="20577"/>
        <pc:sldMkLst>
          <pc:docMk/>
          <pc:sldMk cId="1909422660" sldId="269"/>
        </pc:sldMkLst>
      </pc:sldChg>
      <pc:sldChg chg="modSp mod">
        <pc:chgData name="Kritchart Wongwailikhit" userId="97b7f5e5-d80b-47a8-ab2c-0380d9e417ee" providerId="ADAL" clId="{1AF17874-B82D-4053-9645-0034467946DC}" dt="2024-01-23T05:48:28.718" v="151" actId="20577"/>
        <pc:sldMkLst>
          <pc:docMk/>
          <pc:sldMk cId="2266019779" sldId="275"/>
        </pc:sldMkLst>
      </pc:sldChg>
      <pc:sldChg chg="modSp mod">
        <pc:chgData name="Kritchart Wongwailikhit" userId="97b7f5e5-d80b-47a8-ab2c-0380d9e417ee" providerId="ADAL" clId="{1AF17874-B82D-4053-9645-0034467946DC}" dt="2024-01-23T05:48:36.710" v="159" actId="20577"/>
        <pc:sldMkLst>
          <pc:docMk/>
          <pc:sldMk cId="2198079123" sldId="276"/>
        </pc:sldMkLst>
      </pc:sldChg>
      <pc:sldChg chg="modSp mod">
        <pc:chgData name="Kritchart Wongwailikhit" userId="97b7f5e5-d80b-47a8-ab2c-0380d9e417ee" providerId="ADAL" clId="{1AF17874-B82D-4053-9645-0034467946DC}" dt="2024-01-22T08:30:40.101" v="64" actId="20577"/>
        <pc:sldMkLst>
          <pc:docMk/>
          <pc:sldMk cId="3548031564" sldId="286"/>
        </pc:sldMkLst>
      </pc:sldChg>
      <pc:sldChg chg="addSp delSp modSp mod">
        <pc:chgData name="Kritchart Wongwailikhit" userId="97b7f5e5-d80b-47a8-ab2c-0380d9e417ee" providerId="ADAL" clId="{1AF17874-B82D-4053-9645-0034467946DC}" dt="2024-01-22T08:41:38.395" v="140" actId="166"/>
        <pc:sldMkLst>
          <pc:docMk/>
          <pc:sldMk cId="957856934" sldId="299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2740064132" sldId="314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3265357377" sldId="315"/>
        </pc:sldMkLst>
      </pc:sldChg>
      <pc:sldChg chg="modSp mod modShow">
        <pc:chgData name="Kritchart Wongwailikhit" userId="97b7f5e5-d80b-47a8-ab2c-0380d9e417ee" providerId="ADAL" clId="{1AF17874-B82D-4053-9645-0034467946DC}" dt="2024-01-22T08:32:37.580" v="73" actId="20577"/>
        <pc:sldMkLst>
          <pc:docMk/>
          <pc:sldMk cId="3516145217" sldId="316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3148489156" sldId="317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2076614404" sldId="319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2306570704" sldId="320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1764401264" sldId="321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3235052507" sldId="322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260555784" sldId="323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3792085234" sldId="324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2582973470" sldId="325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2948920582" sldId="326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4199524655" sldId="327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3209606716" sldId="328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902032792" sldId="329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1709069340" sldId="330"/>
        </pc:sldMkLst>
      </pc:sldChg>
      <pc:sldChg chg="mod modShow">
        <pc:chgData name="Kritchart Wongwailikhit" userId="97b7f5e5-d80b-47a8-ab2c-0380d9e417ee" providerId="ADAL" clId="{1AF17874-B82D-4053-9645-0034467946DC}" dt="2024-01-22T08:32:29.445" v="65" actId="729"/>
        <pc:sldMkLst>
          <pc:docMk/>
          <pc:sldMk cId="92740774" sldId="331"/>
        </pc:sldMkLst>
      </pc:sldChg>
      <pc:sldChg chg="add del mod modShow">
        <pc:chgData name="Kritchart Wongwailikhit" userId="97b7f5e5-d80b-47a8-ab2c-0380d9e417ee" providerId="ADAL" clId="{1AF17874-B82D-4053-9645-0034467946DC}" dt="2024-01-22T08:35:33.814" v="103" actId="2696"/>
        <pc:sldMkLst>
          <pc:docMk/>
          <pc:sldMk cId="4287687782" sldId="332"/>
        </pc:sldMkLst>
      </pc:sldChg>
      <pc:sldChg chg="del">
        <pc:chgData name="Kritchart Wongwailikhit" userId="97b7f5e5-d80b-47a8-ab2c-0380d9e417ee" providerId="ADAL" clId="{1AF17874-B82D-4053-9645-0034467946DC}" dt="2024-01-22T08:44:03.343" v="141" actId="47"/>
        <pc:sldMkLst>
          <pc:docMk/>
          <pc:sldMk cId="1704546253" sldId="351"/>
        </pc:sldMkLst>
      </pc:sldChg>
      <pc:sldChg chg="addSp delSp modSp add mod">
        <pc:chgData name="Kritchart Wongwailikhit" userId="97b7f5e5-d80b-47a8-ab2c-0380d9e417ee" providerId="ADAL" clId="{1AF17874-B82D-4053-9645-0034467946DC}" dt="2024-01-22T08:33:57.045" v="82" actId="1076"/>
        <pc:sldMkLst>
          <pc:docMk/>
          <pc:sldMk cId="1595618743" sldId="358"/>
        </pc:sldMkLst>
      </pc:sldChg>
      <pc:sldChg chg="addSp delSp modSp add mod">
        <pc:chgData name="Kritchart Wongwailikhit" userId="97b7f5e5-d80b-47a8-ab2c-0380d9e417ee" providerId="ADAL" clId="{1AF17874-B82D-4053-9645-0034467946DC}" dt="2024-01-22T08:34:45.427" v="93" actId="14100"/>
        <pc:sldMkLst>
          <pc:docMk/>
          <pc:sldMk cId="2269859016" sldId="359"/>
        </pc:sldMkLst>
      </pc:sldChg>
      <pc:sldChg chg="addSp delSp modSp add mod">
        <pc:chgData name="Kritchart Wongwailikhit" userId="97b7f5e5-d80b-47a8-ab2c-0380d9e417ee" providerId="ADAL" clId="{1AF17874-B82D-4053-9645-0034467946DC}" dt="2024-01-22T08:35:24.753" v="101" actId="1076"/>
        <pc:sldMkLst>
          <pc:docMk/>
          <pc:sldMk cId="3873157993" sldId="360"/>
        </pc:sldMkLst>
      </pc:sldChg>
      <pc:sldChg chg="delSp add del mod">
        <pc:chgData name="Kritchart Wongwailikhit" userId="97b7f5e5-d80b-47a8-ab2c-0380d9e417ee" providerId="ADAL" clId="{1AF17874-B82D-4053-9645-0034467946DC}" dt="2024-01-22T08:36:53.996" v="119" actId="47"/>
        <pc:sldMkLst>
          <pc:docMk/>
          <pc:sldMk cId="3593075415" sldId="361"/>
        </pc:sldMkLst>
      </pc:sldChg>
      <pc:sldChg chg="delSp add del mod">
        <pc:chgData name="Kritchart Wongwailikhit" userId="97b7f5e5-d80b-47a8-ab2c-0380d9e417ee" providerId="ADAL" clId="{1AF17874-B82D-4053-9645-0034467946DC}" dt="2024-01-22T08:36:51.513" v="118" actId="47"/>
        <pc:sldMkLst>
          <pc:docMk/>
          <pc:sldMk cId="2607638125" sldId="362"/>
        </pc:sldMkLst>
      </pc:sldChg>
      <pc:sldChg chg="addSp delSp modSp add mod">
        <pc:chgData name="Kritchart Wongwailikhit" userId="97b7f5e5-d80b-47a8-ab2c-0380d9e417ee" providerId="ADAL" clId="{1AF17874-B82D-4053-9645-0034467946DC}" dt="2024-01-22T08:36:24.859" v="117" actId="1076"/>
        <pc:sldMkLst>
          <pc:docMk/>
          <pc:sldMk cId="2549499734" sldId="363"/>
        </pc:sldMkLst>
      </pc:sldChg>
    </pc:docChg>
  </pc:docChgLst>
  <pc:docChgLst>
    <pc:chgData name="Kritchart Wongwailikhit" userId="97b7f5e5-d80b-47a8-ab2c-0380d9e417ee" providerId="ADAL" clId="{687BA601-8488-4501-845E-78E47E2DA5D5}"/>
    <pc:docChg chg="undo custSel addSld delSld modSld sldOrd">
      <pc:chgData name="Kritchart Wongwailikhit" userId="97b7f5e5-d80b-47a8-ab2c-0380d9e417ee" providerId="ADAL" clId="{687BA601-8488-4501-845E-78E47E2DA5D5}" dt="2025-01-08T15:03:51.318" v="2208" actId="6549"/>
      <pc:docMkLst>
        <pc:docMk/>
      </pc:docMkLst>
      <pc:sldChg chg="addSp delSp modSp mod">
        <pc:chgData name="Kritchart Wongwailikhit" userId="97b7f5e5-d80b-47a8-ab2c-0380d9e417ee" providerId="ADAL" clId="{687BA601-8488-4501-845E-78E47E2DA5D5}" dt="2024-08-03T11:19:06.003" v="257" actId="1037"/>
        <pc:sldMkLst>
          <pc:docMk/>
          <pc:sldMk cId="3897578949" sldId="256"/>
        </pc:sldMkLst>
      </pc:sldChg>
      <pc:sldChg chg="modSp mod">
        <pc:chgData name="Kritchart Wongwailikhit" userId="97b7f5e5-d80b-47a8-ab2c-0380d9e417ee" providerId="ADAL" clId="{687BA601-8488-4501-845E-78E47E2DA5D5}" dt="2024-08-04T08:34:51.116" v="1838" actId="404"/>
        <pc:sldMkLst>
          <pc:docMk/>
          <pc:sldMk cId="2736923664" sldId="366"/>
        </pc:sldMkLst>
      </pc:sldChg>
      <pc:sldChg chg="addSp delSp modSp mod">
        <pc:chgData name="Kritchart Wongwailikhit" userId="97b7f5e5-d80b-47a8-ab2c-0380d9e417ee" providerId="ADAL" clId="{687BA601-8488-4501-845E-78E47E2DA5D5}" dt="2024-08-04T08:38:03.182" v="2072" actId="122"/>
        <pc:sldMkLst>
          <pc:docMk/>
          <pc:sldMk cId="1890002258" sldId="367"/>
        </pc:sldMkLst>
      </pc:sldChg>
      <pc:sldChg chg="del">
        <pc:chgData name="Kritchart Wongwailikhit" userId="97b7f5e5-d80b-47a8-ab2c-0380d9e417ee" providerId="ADAL" clId="{687BA601-8488-4501-845E-78E47E2DA5D5}" dt="2024-08-03T11:40:26.141" v="956" actId="47"/>
        <pc:sldMkLst>
          <pc:docMk/>
          <pc:sldMk cId="4044450560" sldId="36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671294958" sldId="37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011792383" sldId="380"/>
        </pc:sldMkLst>
      </pc:sldChg>
      <pc:sldChg chg="modSp del mod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413309739" sldId="383"/>
        </pc:sldMkLst>
      </pc:sldChg>
      <pc:sldChg chg="modSp del mod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569058242" sldId="384"/>
        </pc:sldMkLst>
      </pc:sldChg>
      <pc:sldChg chg="modSp mod">
        <pc:chgData name="Kritchart Wongwailikhit" userId="97b7f5e5-d80b-47a8-ab2c-0380d9e417ee" providerId="ADAL" clId="{687BA601-8488-4501-845E-78E47E2DA5D5}" dt="2024-08-05T15:49:37.472" v="2118" actId="20577"/>
        <pc:sldMkLst>
          <pc:docMk/>
          <pc:sldMk cId="992704379" sldId="385"/>
        </pc:sldMkLst>
      </pc:sldChg>
      <pc:sldChg chg="modSp del mod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971041564" sldId="386"/>
        </pc:sldMkLst>
      </pc:sldChg>
      <pc:sldChg chg="del">
        <pc:chgData name="Kritchart Wongwailikhit" userId="97b7f5e5-d80b-47a8-ab2c-0380d9e417ee" providerId="ADAL" clId="{687BA601-8488-4501-845E-78E47E2DA5D5}" dt="2024-08-03T11:40:26.141" v="956" actId="47"/>
        <pc:sldMkLst>
          <pc:docMk/>
          <pc:sldMk cId="4226701669" sldId="38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54939898" sldId="38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110833783" sldId="38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955792903" sldId="391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193654653" sldId="39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251090574" sldId="394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646616422" sldId="39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880753019" sldId="39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483491726" sldId="39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47501322" sldId="39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92210943" sldId="39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846931641" sldId="400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257299252" sldId="40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348139509" sldId="403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170042000" sldId="40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814264127" sldId="40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481482731" sldId="40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476215985" sldId="40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35858007" sldId="40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556613118" sldId="41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673764856" sldId="414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95406326" sldId="41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923255021" sldId="41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921246699" sldId="42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616405350" sldId="42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710788514" sldId="430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080710789" sldId="431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738392342" sldId="43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173322025" sldId="433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722899397" sldId="434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995766607" sldId="43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072028814" sldId="43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269601393" sldId="43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527967764" sldId="43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933939643" sldId="43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724734853" sldId="440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803902412" sldId="441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541473420" sldId="443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533575661" sldId="444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452041779" sldId="44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284193311" sldId="44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114396222" sldId="44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13461994" sldId="44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193721404" sldId="44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398416428" sldId="450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784349713" sldId="451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646402314" sldId="45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390469041" sldId="453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430829209" sldId="454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915877847" sldId="45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092329533" sldId="45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99774309" sldId="45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013164224" sldId="45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262992528" sldId="45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027546926" sldId="460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181058773" sldId="461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767247673" sldId="46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168586779" sldId="463"/>
        </pc:sldMkLst>
      </pc:sldChg>
      <pc:sldChg chg="modSp del mod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77140420" sldId="464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686437943" sldId="465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2324955400" sldId="466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440263367" sldId="467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894788462" sldId="468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668445261" sldId="469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161906229" sldId="470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1932492021" sldId="471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970718264" sldId="472"/>
        </pc:sldMkLst>
      </pc:sldChg>
      <pc:sldChg chg="del">
        <pc:chgData name="Kritchart Wongwailikhit" userId="97b7f5e5-d80b-47a8-ab2c-0380d9e417ee" providerId="ADAL" clId="{687BA601-8488-4501-845E-78E47E2DA5D5}" dt="2024-08-03T11:40:15.148" v="949" actId="47"/>
        <pc:sldMkLst>
          <pc:docMk/>
          <pc:sldMk cId="3706285325" sldId="473"/>
        </pc:sldMkLst>
      </pc:sldChg>
      <pc:sldChg chg="addSp modSp add mod">
        <pc:chgData name="Kritchart Wongwailikhit" userId="97b7f5e5-d80b-47a8-ab2c-0380d9e417ee" providerId="ADAL" clId="{687BA601-8488-4501-845E-78E47E2DA5D5}" dt="2024-08-05T15:39:33.579" v="2117" actId="1036"/>
        <pc:sldMkLst>
          <pc:docMk/>
          <pc:sldMk cId="664182352" sldId="479"/>
        </pc:sldMkLst>
      </pc:sldChg>
      <pc:sldChg chg="modSp add mod">
        <pc:chgData name="Kritchart Wongwailikhit" userId="97b7f5e5-d80b-47a8-ab2c-0380d9e417ee" providerId="ADAL" clId="{687BA601-8488-4501-845E-78E47E2DA5D5}" dt="2025-01-08T15:03:51.318" v="2208" actId="6549"/>
        <pc:sldMkLst>
          <pc:docMk/>
          <pc:sldMk cId="3648875092" sldId="480"/>
        </pc:sldMkLst>
      </pc:sldChg>
      <pc:sldChg chg="addSp delSp modSp add mod">
        <pc:chgData name="Kritchart Wongwailikhit" userId="97b7f5e5-d80b-47a8-ab2c-0380d9e417ee" providerId="ADAL" clId="{687BA601-8488-4501-845E-78E47E2DA5D5}" dt="2024-08-03T11:26:58.081" v="701"/>
        <pc:sldMkLst>
          <pc:docMk/>
          <pc:sldMk cId="1468717400" sldId="481"/>
        </pc:sldMkLst>
      </pc:sldChg>
      <pc:sldChg chg="modSp add mod">
        <pc:chgData name="Kritchart Wongwailikhit" userId="97b7f5e5-d80b-47a8-ab2c-0380d9e417ee" providerId="ADAL" clId="{687BA601-8488-4501-845E-78E47E2DA5D5}" dt="2024-08-03T11:26:54.644" v="699"/>
        <pc:sldMkLst>
          <pc:docMk/>
          <pc:sldMk cId="602399373" sldId="482"/>
        </pc:sldMkLst>
      </pc:sldChg>
      <pc:sldChg chg="modSp add mod">
        <pc:chgData name="Kritchart Wongwailikhit" userId="97b7f5e5-d80b-47a8-ab2c-0380d9e417ee" providerId="ADAL" clId="{687BA601-8488-4501-845E-78E47E2DA5D5}" dt="2024-08-03T11:33:13.057" v="766" actId="20577"/>
        <pc:sldMkLst>
          <pc:docMk/>
          <pc:sldMk cId="1485205707" sldId="483"/>
        </pc:sldMkLst>
      </pc:sldChg>
      <pc:sldChg chg="addSp delSp modSp add mod">
        <pc:chgData name="Kritchart Wongwailikhit" userId="97b7f5e5-d80b-47a8-ab2c-0380d9e417ee" providerId="ADAL" clId="{687BA601-8488-4501-845E-78E47E2DA5D5}" dt="2024-08-03T11:35:03.361" v="836" actId="2711"/>
        <pc:sldMkLst>
          <pc:docMk/>
          <pc:sldMk cId="1534676698" sldId="484"/>
        </pc:sldMkLst>
      </pc:sldChg>
      <pc:sldChg chg="add del">
        <pc:chgData name="Kritchart Wongwailikhit" userId="97b7f5e5-d80b-47a8-ab2c-0380d9e417ee" providerId="ADAL" clId="{687BA601-8488-4501-845E-78E47E2DA5D5}" dt="2024-08-03T11:30:56.604" v="756"/>
        <pc:sldMkLst>
          <pc:docMk/>
          <pc:sldMk cId="3180268893" sldId="484"/>
        </pc:sldMkLst>
      </pc:sldChg>
      <pc:sldChg chg="addSp delSp modSp add mod">
        <pc:chgData name="Kritchart Wongwailikhit" userId="97b7f5e5-d80b-47a8-ab2c-0380d9e417ee" providerId="ADAL" clId="{687BA601-8488-4501-845E-78E47E2DA5D5}" dt="2024-08-03T11:35:33.558" v="844" actId="1076"/>
        <pc:sldMkLst>
          <pc:docMk/>
          <pc:sldMk cId="4181773545" sldId="485"/>
        </pc:sldMkLst>
      </pc:sldChg>
      <pc:sldChg chg="addSp delSp modSp add mod modAnim">
        <pc:chgData name="Kritchart Wongwailikhit" userId="97b7f5e5-d80b-47a8-ab2c-0380d9e417ee" providerId="ADAL" clId="{687BA601-8488-4501-845E-78E47E2DA5D5}" dt="2024-08-05T15:51:44.786" v="2122"/>
        <pc:sldMkLst>
          <pc:docMk/>
          <pc:sldMk cId="1614955515" sldId="486"/>
        </pc:sldMkLst>
      </pc:sldChg>
      <pc:sldChg chg="addSp delSp modSp add mod ord modAnim modShow">
        <pc:chgData name="Kritchart Wongwailikhit" userId="97b7f5e5-d80b-47a8-ab2c-0380d9e417ee" providerId="ADAL" clId="{687BA601-8488-4501-845E-78E47E2DA5D5}" dt="2024-08-05T07:52:28.064" v="2075" actId="729"/>
        <pc:sldMkLst>
          <pc:docMk/>
          <pc:sldMk cId="873935136" sldId="487"/>
        </pc:sldMkLst>
      </pc:sldChg>
      <pc:sldChg chg="delSp modSp add mod ord">
        <pc:chgData name="Kritchart Wongwailikhit" userId="97b7f5e5-d80b-47a8-ab2c-0380d9e417ee" providerId="ADAL" clId="{687BA601-8488-4501-845E-78E47E2DA5D5}" dt="2024-08-03T14:45:31.564" v="1565" actId="20577"/>
        <pc:sldMkLst>
          <pc:docMk/>
          <pc:sldMk cId="2929666412" sldId="488"/>
        </pc:sldMkLst>
      </pc:sldChg>
      <pc:sldChg chg="delSp modSp add mod modAnim">
        <pc:chgData name="Kritchart Wongwailikhit" userId="97b7f5e5-d80b-47a8-ab2c-0380d9e417ee" providerId="ADAL" clId="{687BA601-8488-4501-845E-78E47E2DA5D5}" dt="2024-08-03T14:45:54.427" v="1612" actId="20577"/>
        <pc:sldMkLst>
          <pc:docMk/>
          <pc:sldMk cId="3015559315" sldId="489"/>
        </pc:sldMkLst>
      </pc:sldChg>
      <pc:sldChg chg="addSp delSp modSp add mod modAnim modShow">
        <pc:chgData name="Kritchart Wongwailikhit" userId="97b7f5e5-d80b-47a8-ab2c-0380d9e417ee" providerId="ADAL" clId="{687BA601-8488-4501-845E-78E47E2DA5D5}" dt="2024-08-03T14:55:59.256" v="1691" actId="1076"/>
        <pc:sldMkLst>
          <pc:docMk/>
          <pc:sldMk cId="4114785629" sldId="490"/>
        </pc:sldMkLst>
      </pc:sldChg>
      <pc:sldChg chg="add mod ord modShow">
        <pc:chgData name="Kritchart Wongwailikhit" userId="97b7f5e5-d80b-47a8-ab2c-0380d9e417ee" providerId="ADAL" clId="{687BA601-8488-4501-845E-78E47E2DA5D5}" dt="2024-08-03T14:55:17.063" v="1677"/>
        <pc:sldMkLst>
          <pc:docMk/>
          <pc:sldMk cId="2110594981" sldId="491"/>
        </pc:sldMkLst>
      </pc:sldChg>
      <pc:sldChg chg="addSp delSp modSp add mod">
        <pc:chgData name="Kritchart Wongwailikhit" userId="97b7f5e5-d80b-47a8-ab2c-0380d9e417ee" providerId="ADAL" clId="{687BA601-8488-4501-845E-78E47E2DA5D5}" dt="2024-08-03T15:02:38.070" v="1714" actId="1076"/>
        <pc:sldMkLst>
          <pc:docMk/>
          <pc:sldMk cId="3824880008" sldId="492"/>
        </pc:sldMkLst>
      </pc:sldChg>
      <pc:sldChg chg="addSp delSp modSp add mod ord delAnim modShow">
        <pc:chgData name="Kritchart Wongwailikhit" userId="97b7f5e5-d80b-47a8-ab2c-0380d9e417ee" providerId="ADAL" clId="{687BA601-8488-4501-845E-78E47E2DA5D5}" dt="2024-08-04T02:59:51.417" v="1766"/>
        <pc:sldMkLst>
          <pc:docMk/>
          <pc:sldMk cId="1539287335" sldId="493"/>
        </pc:sldMkLst>
      </pc:sldChg>
      <pc:sldChg chg="addSp delSp modSp add mod modShow">
        <pc:chgData name="Kritchart Wongwailikhit" userId="97b7f5e5-d80b-47a8-ab2c-0380d9e417ee" providerId="ADAL" clId="{687BA601-8488-4501-845E-78E47E2DA5D5}" dt="2024-08-05T15:54:46.868" v="2133" actId="20577"/>
        <pc:sldMkLst>
          <pc:docMk/>
          <pc:sldMk cId="2525304635" sldId="494"/>
        </pc:sldMkLst>
      </pc:sldChg>
    </pc:docChg>
  </pc:docChgLst>
  <pc:docChgLst>
    <pc:chgData name="Kritchart Wongwailikhit" userId="97b7f5e5-d80b-47a8-ab2c-0380d9e417ee" providerId="ADAL" clId="{B6D4410E-4A3A-4F7B-8B66-C6B6F886BCCA}"/>
    <pc:docChg chg="undo custSel addSld modSld sldOrd">
      <pc:chgData name="Kritchart Wongwailikhit" userId="97b7f5e5-d80b-47a8-ab2c-0380d9e417ee" providerId="ADAL" clId="{B6D4410E-4A3A-4F7B-8B66-C6B6F886BCCA}" dt="2024-03-18T05:37:00.310" v="102"/>
      <pc:docMkLst>
        <pc:docMk/>
      </pc:docMkLst>
      <pc:sldChg chg="modSp mod">
        <pc:chgData name="Kritchart Wongwailikhit" userId="97b7f5e5-d80b-47a8-ab2c-0380d9e417ee" providerId="ADAL" clId="{B6D4410E-4A3A-4F7B-8B66-C6B6F886BCCA}" dt="2024-03-18T05:33:48.771" v="90"/>
        <pc:sldMkLst>
          <pc:docMk/>
          <pc:sldMk cId="2995766607" sldId="435"/>
        </pc:sldMkLst>
      </pc:sldChg>
      <pc:sldChg chg="addSp delSp modSp mod modAnim">
        <pc:chgData name="Kritchart Wongwailikhit" userId="97b7f5e5-d80b-47a8-ab2c-0380d9e417ee" providerId="ADAL" clId="{B6D4410E-4A3A-4F7B-8B66-C6B6F886BCCA}" dt="2024-03-18T05:36:00.420" v="100" actId="115"/>
        <pc:sldMkLst>
          <pc:docMk/>
          <pc:sldMk cId="1724734853" sldId="440"/>
        </pc:sldMkLst>
      </pc:sldChg>
      <pc:sldChg chg="ord">
        <pc:chgData name="Kritchart Wongwailikhit" userId="97b7f5e5-d80b-47a8-ab2c-0380d9e417ee" providerId="ADAL" clId="{B6D4410E-4A3A-4F7B-8B66-C6B6F886BCCA}" dt="2024-03-18T05:37:00.310" v="102"/>
        <pc:sldMkLst>
          <pc:docMk/>
          <pc:sldMk cId="1452041779" sldId="445"/>
        </pc:sldMkLst>
      </pc:sldChg>
      <pc:sldChg chg="modSp add mod">
        <pc:chgData name="Kritchart Wongwailikhit" userId="97b7f5e5-d80b-47a8-ab2c-0380d9e417ee" providerId="ADAL" clId="{B6D4410E-4A3A-4F7B-8B66-C6B6F886BCCA}" dt="2024-03-18T05:08:12.326" v="52" actId="207"/>
        <pc:sldMkLst>
          <pc:docMk/>
          <pc:sldMk cId="1932492021" sldId="471"/>
        </pc:sldMkLst>
      </pc:sldChg>
      <pc:sldChg chg="modSp add mod">
        <pc:chgData name="Kritchart Wongwailikhit" userId="97b7f5e5-d80b-47a8-ab2c-0380d9e417ee" providerId="ADAL" clId="{B6D4410E-4A3A-4F7B-8B66-C6B6F886BCCA}" dt="2024-03-18T05:08:04.477" v="49" actId="20577"/>
        <pc:sldMkLst>
          <pc:docMk/>
          <pc:sldMk cId="3970718264" sldId="472"/>
        </pc:sldMkLst>
      </pc:sldChg>
      <pc:sldChg chg="addSp modSp add mod">
        <pc:chgData name="Kritchart Wongwailikhit" userId="97b7f5e5-d80b-47a8-ab2c-0380d9e417ee" providerId="ADAL" clId="{B6D4410E-4A3A-4F7B-8B66-C6B6F886BCCA}" dt="2024-03-18T05:09:53.213" v="64" actId="404"/>
        <pc:sldMkLst>
          <pc:docMk/>
          <pc:sldMk cId="3706285325" sldId="473"/>
        </pc:sldMkLst>
      </pc:sldChg>
    </pc:docChg>
  </pc:docChgLst>
  <pc:docChgLst>
    <pc:chgData name="Kritchart Wongwailikhit" userId="97b7f5e5-d80b-47a8-ab2c-0380d9e417ee" providerId="ADAL" clId="{77BAE8EC-7B52-43B1-8F2A-0A793AD35572}"/>
    <pc:docChg chg="undo custSel addSld delSld modSld">
      <pc:chgData name="Kritchart Wongwailikhit" userId="97b7f5e5-d80b-47a8-ab2c-0380d9e417ee" providerId="ADAL" clId="{77BAE8EC-7B52-43B1-8F2A-0A793AD35572}" dt="2023-01-29T06:27:32.985" v="623" actId="20577"/>
      <pc:docMkLst>
        <pc:docMk/>
      </pc:docMkLst>
      <pc:sldChg chg="modSp mod">
        <pc:chgData name="Kritchart Wongwailikhit" userId="97b7f5e5-d80b-47a8-ab2c-0380d9e417ee" providerId="ADAL" clId="{77BAE8EC-7B52-43B1-8F2A-0A793AD35572}" dt="2023-01-29T04:56:47.711" v="22" actId="20577"/>
        <pc:sldMkLst>
          <pc:docMk/>
          <pc:sldMk cId="1174394727" sldId="261"/>
        </pc:sldMkLst>
      </pc:sldChg>
      <pc:sldChg chg="modSp mod">
        <pc:chgData name="Kritchart Wongwailikhit" userId="97b7f5e5-d80b-47a8-ab2c-0380d9e417ee" providerId="ADAL" clId="{77BAE8EC-7B52-43B1-8F2A-0A793AD35572}" dt="2023-01-29T05:13:31.846" v="23" actId="20577"/>
        <pc:sldMkLst>
          <pc:docMk/>
          <pc:sldMk cId="2692565561" sldId="284"/>
        </pc:sldMkLst>
      </pc:sldChg>
      <pc:sldChg chg="mod modShow">
        <pc:chgData name="Kritchart Wongwailikhit" userId="97b7f5e5-d80b-47a8-ab2c-0380d9e417ee" providerId="ADAL" clId="{77BAE8EC-7B52-43B1-8F2A-0A793AD35572}" dt="2023-01-29T05:17:02.401" v="27" actId="729"/>
        <pc:sldMkLst>
          <pc:docMk/>
          <pc:sldMk cId="1512291626" sldId="296"/>
        </pc:sldMkLst>
      </pc:sldChg>
      <pc:sldChg chg="mod modShow">
        <pc:chgData name="Kritchart Wongwailikhit" userId="97b7f5e5-d80b-47a8-ab2c-0380d9e417ee" providerId="ADAL" clId="{77BAE8EC-7B52-43B1-8F2A-0A793AD35572}" dt="2023-01-29T05:17:02.401" v="27" actId="729"/>
        <pc:sldMkLst>
          <pc:docMk/>
          <pc:sldMk cId="3176215540" sldId="297"/>
        </pc:sldMkLst>
      </pc:sldChg>
      <pc:sldChg chg="mod modShow">
        <pc:chgData name="Kritchart Wongwailikhit" userId="97b7f5e5-d80b-47a8-ab2c-0380d9e417ee" providerId="ADAL" clId="{77BAE8EC-7B52-43B1-8F2A-0A793AD35572}" dt="2023-01-29T05:17:02.401" v="27" actId="729"/>
        <pc:sldMkLst>
          <pc:docMk/>
          <pc:sldMk cId="2052007393" sldId="298"/>
        </pc:sldMkLst>
      </pc:sldChg>
      <pc:sldChg chg="addSp delSp modSp mod">
        <pc:chgData name="Kritchart Wongwailikhit" userId="97b7f5e5-d80b-47a8-ab2c-0380d9e417ee" providerId="ADAL" clId="{77BAE8EC-7B52-43B1-8F2A-0A793AD35572}" dt="2023-01-29T05:20:09.162" v="49" actId="1076"/>
        <pc:sldMkLst>
          <pc:docMk/>
          <pc:sldMk cId="957856934" sldId="299"/>
        </pc:sldMkLst>
      </pc:sldChg>
      <pc:sldChg chg="modSp mod">
        <pc:chgData name="Kritchart Wongwailikhit" userId="97b7f5e5-d80b-47a8-ab2c-0380d9e417ee" providerId="ADAL" clId="{77BAE8EC-7B52-43B1-8F2A-0A793AD35572}" dt="2023-01-29T06:06:56.404" v="115"/>
        <pc:sldMkLst>
          <pc:docMk/>
          <pc:sldMk cId="3433193299" sldId="300"/>
        </pc:sldMkLst>
      </pc:sldChg>
      <pc:sldChg chg="modSp mod">
        <pc:chgData name="Kritchart Wongwailikhit" userId="97b7f5e5-d80b-47a8-ab2c-0380d9e417ee" providerId="ADAL" clId="{77BAE8EC-7B52-43B1-8F2A-0A793AD35572}" dt="2023-01-29T06:06:36.632" v="110" actId="20577"/>
        <pc:sldMkLst>
          <pc:docMk/>
          <pc:sldMk cId="3725037647" sldId="301"/>
        </pc:sldMkLst>
      </pc:sldChg>
      <pc:sldChg chg="modSp mod">
        <pc:chgData name="Kritchart Wongwailikhit" userId="97b7f5e5-d80b-47a8-ab2c-0380d9e417ee" providerId="ADAL" clId="{77BAE8EC-7B52-43B1-8F2A-0A793AD35572}" dt="2023-01-29T06:06:58.717" v="116"/>
        <pc:sldMkLst>
          <pc:docMk/>
          <pc:sldMk cId="1853601285" sldId="303"/>
        </pc:sldMkLst>
      </pc:sldChg>
      <pc:sldChg chg="modSp mod">
        <pc:chgData name="Kritchart Wongwailikhit" userId="97b7f5e5-d80b-47a8-ab2c-0380d9e417ee" providerId="ADAL" clId="{77BAE8EC-7B52-43B1-8F2A-0A793AD35572}" dt="2023-01-29T06:07:02.395" v="117"/>
        <pc:sldMkLst>
          <pc:docMk/>
          <pc:sldMk cId="1659934724" sldId="304"/>
        </pc:sldMkLst>
      </pc:sldChg>
      <pc:sldChg chg="modSp mod">
        <pc:chgData name="Kritchart Wongwailikhit" userId="97b7f5e5-d80b-47a8-ab2c-0380d9e417ee" providerId="ADAL" clId="{77BAE8EC-7B52-43B1-8F2A-0A793AD35572}" dt="2023-01-29T06:07:04.524" v="118"/>
        <pc:sldMkLst>
          <pc:docMk/>
          <pc:sldMk cId="2635389042" sldId="305"/>
        </pc:sldMkLst>
      </pc:sldChg>
      <pc:sldChg chg="modSp mod">
        <pc:chgData name="Kritchart Wongwailikhit" userId="97b7f5e5-d80b-47a8-ab2c-0380d9e417ee" providerId="ADAL" clId="{77BAE8EC-7B52-43B1-8F2A-0A793AD35572}" dt="2023-01-29T06:07:08.365" v="121"/>
        <pc:sldMkLst>
          <pc:docMk/>
          <pc:sldMk cId="1242405467" sldId="306"/>
        </pc:sldMkLst>
      </pc:sldChg>
      <pc:sldChg chg="modSp mod">
        <pc:chgData name="Kritchart Wongwailikhit" userId="97b7f5e5-d80b-47a8-ab2c-0380d9e417ee" providerId="ADAL" clId="{77BAE8EC-7B52-43B1-8F2A-0A793AD35572}" dt="2023-01-29T06:07:10.996" v="122"/>
        <pc:sldMkLst>
          <pc:docMk/>
          <pc:sldMk cId="2839868017" sldId="307"/>
        </pc:sldMkLst>
      </pc:sldChg>
      <pc:sldChg chg="modSp mod">
        <pc:chgData name="Kritchart Wongwailikhit" userId="97b7f5e5-d80b-47a8-ab2c-0380d9e417ee" providerId="ADAL" clId="{77BAE8EC-7B52-43B1-8F2A-0A793AD35572}" dt="2023-01-29T06:07:13.508" v="123"/>
        <pc:sldMkLst>
          <pc:docMk/>
          <pc:sldMk cId="4258292429" sldId="308"/>
        </pc:sldMkLst>
      </pc:sldChg>
      <pc:sldChg chg="modSp mod">
        <pc:chgData name="Kritchart Wongwailikhit" userId="97b7f5e5-d80b-47a8-ab2c-0380d9e417ee" providerId="ADAL" clId="{77BAE8EC-7B52-43B1-8F2A-0A793AD35572}" dt="2023-01-29T05:15:44.371" v="26" actId="1076"/>
        <pc:sldMkLst>
          <pc:docMk/>
          <pc:sldMk cId="1601380628" sldId="311"/>
        </pc:sldMkLst>
      </pc:sldChg>
      <pc:sldChg chg="addSp delSp modSp add mod modShow">
        <pc:chgData name="Kritchart Wongwailikhit" userId="97b7f5e5-d80b-47a8-ab2c-0380d9e417ee" providerId="ADAL" clId="{77BAE8EC-7B52-43B1-8F2A-0A793AD35572}" dt="2023-01-29T05:17:50.306" v="35" actId="729"/>
        <pc:sldMkLst>
          <pc:docMk/>
          <pc:sldMk cId="907899713" sldId="313"/>
        </pc:sldMkLst>
      </pc:sldChg>
      <pc:sldChg chg="modSp add del mod">
        <pc:chgData name="Kritchart Wongwailikhit" userId="97b7f5e5-d80b-47a8-ab2c-0380d9e417ee" providerId="ADAL" clId="{77BAE8EC-7B52-43B1-8F2A-0A793AD35572}" dt="2023-01-29T06:08:35.587" v="135" actId="47"/>
        <pc:sldMkLst>
          <pc:docMk/>
          <pc:sldMk cId="1481875361" sldId="314"/>
        </pc:sldMkLst>
      </pc:sldChg>
      <pc:sldChg chg="addSp delSp modSp add mod">
        <pc:chgData name="Kritchart Wongwailikhit" userId="97b7f5e5-d80b-47a8-ab2c-0380d9e417ee" providerId="ADAL" clId="{77BAE8EC-7B52-43B1-8F2A-0A793AD35572}" dt="2023-01-29T06:27:32.985" v="623" actId="20577"/>
        <pc:sldMkLst>
          <pc:docMk/>
          <pc:sldMk cId="2740064132" sldId="314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3265357377" sldId="315"/>
        </pc:sldMkLst>
      </pc:sldChg>
      <pc:sldChg chg="modSp add del mod">
        <pc:chgData name="Kritchart Wongwailikhit" userId="97b7f5e5-d80b-47a8-ab2c-0380d9e417ee" providerId="ADAL" clId="{77BAE8EC-7B52-43B1-8F2A-0A793AD35572}" dt="2023-01-29T06:09:02.070" v="137" actId="47"/>
        <pc:sldMkLst>
          <pc:docMk/>
          <pc:sldMk cId="3275661471" sldId="315"/>
        </pc:sldMkLst>
      </pc:sldChg>
      <pc:sldChg chg="add">
        <pc:chgData name="Kritchart Wongwailikhit" userId="97b7f5e5-d80b-47a8-ab2c-0380d9e417ee" providerId="ADAL" clId="{77BAE8EC-7B52-43B1-8F2A-0A793AD35572}" dt="2023-01-29T06:08:50.678" v="136"/>
        <pc:sldMkLst>
          <pc:docMk/>
          <pc:sldMk cId="3516145217" sldId="316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3148489156" sldId="317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3603979179" sldId="318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2076614404" sldId="319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2306570704" sldId="320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1764401264" sldId="321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3235052507" sldId="322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260555784" sldId="323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3792085234" sldId="324"/>
        </pc:sldMkLst>
      </pc:sldChg>
      <pc:sldChg chg="modSp add mod modAnim">
        <pc:chgData name="Kritchart Wongwailikhit" userId="97b7f5e5-d80b-47a8-ab2c-0380d9e417ee" providerId="ADAL" clId="{77BAE8EC-7B52-43B1-8F2A-0A793AD35572}" dt="2023-01-29T06:17:06.719" v="314" actId="14100"/>
        <pc:sldMkLst>
          <pc:docMk/>
          <pc:sldMk cId="2582973470" sldId="325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2948920582" sldId="326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4199524655" sldId="327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3209606716" sldId="328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902032792" sldId="329"/>
        </pc:sldMkLst>
      </pc:sldChg>
      <pc:sldChg chg="add">
        <pc:chgData name="Kritchart Wongwailikhit" userId="97b7f5e5-d80b-47a8-ab2c-0380d9e417ee" providerId="ADAL" clId="{77BAE8EC-7B52-43B1-8F2A-0A793AD35572}" dt="2023-01-29T06:09:03.370" v="138"/>
        <pc:sldMkLst>
          <pc:docMk/>
          <pc:sldMk cId="1709069340" sldId="330"/>
        </pc:sldMkLst>
      </pc:sldChg>
    </pc:docChg>
  </pc:docChgLst>
  <pc:docChgLst>
    <pc:chgData name="Kritchart Wongwailikhit" userId="97b7f5e5-d80b-47a8-ab2c-0380d9e417ee" providerId="ADAL" clId="{73311CB4-E6B5-4000-85CA-4E3AF94242C8}"/>
    <pc:docChg chg="undo custSel addSld modSld">
      <pc:chgData name="Kritchart Wongwailikhit" userId="97b7f5e5-d80b-47a8-ab2c-0380d9e417ee" providerId="ADAL" clId="{73311CB4-E6B5-4000-85CA-4E3AF94242C8}" dt="2023-01-30T05:05:10.439" v="411" actId="478"/>
      <pc:docMkLst>
        <pc:docMk/>
      </pc:docMkLst>
      <pc:sldChg chg="modSp mod">
        <pc:chgData name="Kritchart Wongwailikhit" userId="97b7f5e5-d80b-47a8-ab2c-0380d9e417ee" providerId="ADAL" clId="{73311CB4-E6B5-4000-85CA-4E3AF94242C8}" dt="2023-01-30T04:17:44.193" v="43"/>
        <pc:sldMkLst>
          <pc:docMk/>
          <pc:sldMk cId="2686438687" sldId="262"/>
        </pc:sldMkLst>
      </pc:sldChg>
      <pc:sldChg chg="modSp mod">
        <pc:chgData name="Kritchart Wongwailikhit" userId="97b7f5e5-d80b-47a8-ab2c-0380d9e417ee" providerId="ADAL" clId="{73311CB4-E6B5-4000-85CA-4E3AF94242C8}" dt="2023-01-30T04:00:57.812" v="5" actId="20577"/>
        <pc:sldMkLst>
          <pc:docMk/>
          <pc:sldMk cId="2032102103" sldId="263"/>
        </pc:sldMkLst>
      </pc:sldChg>
      <pc:sldChg chg="modSp mod">
        <pc:chgData name="Kritchart Wongwailikhit" userId="97b7f5e5-d80b-47a8-ab2c-0380d9e417ee" providerId="ADAL" clId="{73311CB4-E6B5-4000-85CA-4E3AF94242C8}" dt="2023-01-30T04:01:51.073" v="7"/>
        <pc:sldMkLst>
          <pc:docMk/>
          <pc:sldMk cId="1910760563" sldId="265"/>
        </pc:sldMkLst>
      </pc:sldChg>
      <pc:sldChg chg="addSp modSp mod">
        <pc:chgData name="Kritchart Wongwailikhit" userId="97b7f5e5-d80b-47a8-ab2c-0380d9e417ee" providerId="ADAL" clId="{73311CB4-E6B5-4000-85CA-4E3AF94242C8}" dt="2023-01-30T04:11:11.068" v="39" actId="167"/>
        <pc:sldMkLst>
          <pc:docMk/>
          <pc:sldMk cId="599460512" sldId="272"/>
        </pc:sldMkLst>
      </pc:sldChg>
      <pc:sldChg chg="modSp mod">
        <pc:chgData name="Kritchart Wongwailikhit" userId="97b7f5e5-d80b-47a8-ab2c-0380d9e417ee" providerId="ADAL" clId="{73311CB4-E6B5-4000-85CA-4E3AF94242C8}" dt="2023-01-30T04:17:38.356" v="41" actId="1076"/>
        <pc:sldMkLst>
          <pc:docMk/>
          <pc:sldMk cId="4258292429" sldId="308"/>
        </pc:sldMkLst>
      </pc:sldChg>
      <pc:sldChg chg="modSp mod">
        <pc:chgData name="Kritchart Wongwailikhit" userId="97b7f5e5-d80b-47a8-ab2c-0380d9e417ee" providerId="ADAL" clId="{73311CB4-E6B5-4000-85CA-4E3AF94242C8}" dt="2023-01-30T04:24:35.156" v="222" actId="20577"/>
        <pc:sldMkLst>
          <pc:docMk/>
          <pc:sldMk cId="2740064132" sldId="314"/>
        </pc:sldMkLst>
      </pc:sldChg>
      <pc:sldChg chg="modSp mod">
        <pc:chgData name="Kritchart Wongwailikhit" userId="97b7f5e5-d80b-47a8-ab2c-0380d9e417ee" providerId="ADAL" clId="{73311CB4-E6B5-4000-85CA-4E3AF94242C8}" dt="2023-01-30T04:17:54.917" v="47"/>
        <pc:sldMkLst>
          <pc:docMk/>
          <pc:sldMk cId="3603979179" sldId="318"/>
        </pc:sldMkLst>
      </pc:sldChg>
      <pc:sldChg chg="modSp">
        <pc:chgData name="Kritchart Wongwailikhit" userId="97b7f5e5-d80b-47a8-ab2c-0380d9e417ee" providerId="ADAL" clId="{73311CB4-E6B5-4000-85CA-4E3AF94242C8}" dt="2023-01-30T04:19:03.938" v="49" actId="20577"/>
        <pc:sldMkLst>
          <pc:docMk/>
          <pc:sldMk cId="2582973470" sldId="325"/>
        </pc:sldMkLst>
      </pc:sldChg>
      <pc:sldChg chg="addSp delSp modSp add mod">
        <pc:chgData name="Kritchart Wongwailikhit" userId="97b7f5e5-d80b-47a8-ab2c-0380d9e417ee" providerId="ADAL" clId="{73311CB4-E6B5-4000-85CA-4E3AF94242C8}" dt="2023-01-30T04:24:25.307" v="215"/>
        <pc:sldMkLst>
          <pc:docMk/>
          <pc:sldMk cId="92740774" sldId="331"/>
        </pc:sldMkLst>
      </pc:sldChg>
      <pc:sldChg chg="addSp delSp modSp add mod">
        <pc:chgData name="Kritchart Wongwailikhit" userId="97b7f5e5-d80b-47a8-ab2c-0380d9e417ee" providerId="ADAL" clId="{73311CB4-E6B5-4000-85CA-4E3AF94242C8}" dt="2023-01-30T05:05:10.439" v="411" actId="478"/>
        <pc:sldMkLst>
          <pc:docMk/>
          <pc:sldMk cId="4287687782" sldId="332"/>
        </pc:sldMkLst>
      </pc:sldChg>
    </pc:docChg>
  </pc:docChgLst>
  <pc:docChgLst>
    <pc:chgData name="Kritchart Wongwailikhit" userId="97b7f5e5-d80b-47a8-ab2c-0380d9e417ee" providerId="ADAL" clId="{36D1A646-3E00-4E63-8FB5-2CC46FF9943E}"/>
    <pc:docChg chg="undo redo custSel addSld delSld modSld sldOrd modMainMaster">
      <pc:chgData name="Kritchart Wongwailikhit" userId="97b7f5e5-d80b-47a8-ab2c-0380d9e417ee" providerId="ADAL" clId="{36D1A646-3E00-4E63-8FB5-2CC46FF9943E}" dt="2024-03-17T18:00:18.047" v="13700" actId="478"/>
      <pc:docMkLst>
        <pc:docMk/>
      </pc:docMkLst>
      <pc:sldChg chg="delSp modSp mod">
        <pc:chgData name="Kritchart Wongwailikhit" userId="97b7f5e5-d80b-47a8-ab2c-0380d9e417ee" providerId="ADAL" clId="{36D1A646-3E00-4E63-8FB5-2CC46FF9943E}" dt="2024-03-17T06:17:35.969" v="2368" actId="20577"/>
        <pc:sldMkLst>
          <pc:docMk/>
          <pc:sldMk cId="3897578949" sldId="256"/>
        </pc:sldMkLst>
      </pc:sldChg>
      <pc:sldChg chg="delSp modSp del mod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174394727" sldId="261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686438687" sldId="262"/>
        </pc:sldMkLst>
      </pc:sldChg>
      <pc:sldChg chg="delSp del mod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032102103" sldId="26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831788345" sldId="26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910760563" sldId="26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631710011" sldId="26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545464911" sldId="26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43385433" sldId="26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909422660" sldId="26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887901913" sldId="271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599460512" sldId="27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08382504" sldId="27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4034224741" sldId="27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266019779" sldId="27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198079123" sldId="27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738010569" sldId="27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940041867" sldId="27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9583835" sldId="27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779169751" sldId="281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908629631" sldId="28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917383018" sldId="28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692565561" sldId="28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548031564" sldId="28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713520889" sldId="28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832865337" sldId="28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26668421" sldId="28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81452897" sldId="290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35825047" sldId="29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12969150" sldId="29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042833053" sldId="29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0808665" sldId="29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512291626" sldId="29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76215540" sldId="29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052007393" sldId="29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957856934" sldId="29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433193299" sldId="300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725037647" sldId="301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853601285" sldId="30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659934724" sldId="30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635389042" sldId="30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242405467" sldId="30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839868017" sldId="30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4258292429" sldId="30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4233810538" sldId="30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36849153" sldId="310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601380628" sldId="311"/>
        </pc:sldMkLst>
      </pc:sldChg>
      <pc:sldChg chg="del">
        <pc:chgData name="Kritchart Wongwailikhit" userId="97b7f5e5-d80b-47a8-ab2c-0380d9e417ee" providerId="ADAL" clId="{36D1A646-3E00-4E63-8FB5-2CC46FF9943E}" dt="2024-03-17T04:43:45.143" v="110" actId="47"/>
        <pc:sldMkLst>
          <pc:docMk/>
          <pc:sldMk cId="3209693298" sldId="31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907899713" sldId="31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740064132" sldId="31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265357377" sldId="31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516145217" sldId="31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48489156" sldId="31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076614404" sldId="31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306570704" sldId="320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764401264" sldId="321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235052507" sldId="32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60555784" sldId="32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792085234" sldId="32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582973470" sldId="32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948920582" sldId="32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4199524655" sldId="32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209606716" sldId="32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902032792" sldId="32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709069340" sldId="330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92740774" sldId="331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4287687782" sldId="33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345398170" sldId="33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792961834" sldId="33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757611561" sldId="352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774403500" sldId="353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564106119" sldId="354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842300912" sldId="355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120641020" sldId="356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477058721" sldId="357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1595618743" sldId="358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269859016" sldId="359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3873157993" sldId="360"/>
        </pc:sldMkLst>
      </pc:sldChg>
      <pc:sldChg chg="del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549499734" sldId="363"/>
        </pc:sldMkLst>
      </pc:sldChg>
      <pc:sldChg chg="modSp new del mod">
        <pc:chgData name="Kritchart Wongwailikhit" userId="97b7f5e5-d80b-47a8-ab2c-0380d9e417ee" providerId="ADAL" clId="{36D1A646-3E00-4E63-8FB5-2CC46FF9943E}" dt="2024-03-17T04:52:46.593" v="236" actId="47"/>
        <pc:sldMkLst>
          <pc:docMk/>
          <pc:sldMk cId="2480663795" sldId="364"/>
        </pc:sldMkLst>
      </pc:sldChg>
      <pc:sldChg chg="modSp new del mod">
        <pc:chgData name="Kritchart Wongwailikhit" userId="97b7f5e5-d80b-47a8-ab2c-0380d9e417ee" providerId="ADAL" clId="{36D1A646-3E00-4E63-8FB5-2CC46FF9943E}" dt="2024-03-17T04:55:24.610" v="418" actId="47"/>
        <pc:sldMkLst>
          <pc:docMk/>
          <pc:sldMk cId="4173054142" sldId="364"/>
        </pc:sldMkLst>
      </pc:sldChg>
      <pc:sldChg chg="modSp new del mod">
        <pc:chgData name="Kritchart Wongwailikhit" userId="97b7f5e5-d80b-47a8-ab2c-0380d9e417ee" providerId="ADAL" clId="{36D1A646-3E00-4E63-8FB5-2CC46FF9943E}" dt="2024-03-17T04:57:03.685" v="436" actId="47"/>
        <pc:sldMkLst>
          <pc:docMk/>
          <pc:sldMk cId="295745797" sldId="365"/>
        </pc:sldMkLst>
      </pc:sldChg>
      <pc:sldChg chg="addSp delSp modSp new mod">
        <pc:chgData name="Kritchart Wongwailikhit" userId="97b7f5e5-d80b-47a8-ab2c-0380d9e417ee" providerId="ADAL" clId="{36D1A646-3E00-4E63-8FB5-2CC46FF9943E}" dt="2024-03-17T15:49:54.116" v="12186" actId="20577"/>
        <pc:sldMkLst>
          <pc:docMk/>
          <pc:sldMk cId="2736923664" sldId="366"/>
        </pc:sldMkLst>
      </pc:sldChg>
      <pc:sldChg chg="addSp modSp add mod">
        <pc:chgData name="Kritchart Wongwailikhit" userId="97b7f5e5-d80b-47a8-ab2c-0380d9e417ee" providerId="ADAL" clId="{36D1A646-3E00-4E63-8FB5-2CC46FF9943E}" dt="2024-03-17T15:50:58.818" v="12206" actId="1076"/>
        <pc:sldMkLst>
          <pc:docMk/>
          <pc:sldMk cId="1890002258" sldId="367"/>
        </pc:sldMkLst>
      </pc:sldChg>
      <pc:sldChg chg="add del">
        <pc:chgData name="Kritchart Wongwailikhit" userId="97b7f5e5-d80b-47a8-ab2c-0380d9e417ee" providerId="ADAL" clId="{36D1A646-3E00-4E63-8FB5-2CC46FF9943E}" dt="2024-03-17T05:08:50.291" v="448" actId="47"/>
        <pc:sldMkLst>
          <pc:docMk/>
          <pc:sldMk cId="2292706927" sldId="368"/>
        </pc:sldMkLst>
      </pc:sldChg>
      <pc:sldChg chg="addSp delSp modSp add mod ord modAnim modShow">
        <pc:chgData name="Kritchart Wongwailikhit" userId="97b7f5e5-d80b-47a8-ab2c-0380d9e417ee" providerId="ADAL" clId="{36D1A646-3E00-4E63-8FB5-2CC46FF9943E}" dt="2024-03-17T07:08:14.727" v="3296"/>
        <pc:sldMkLst>
          <pc:docMk/>
          <pc:sldMk cId="4044450560" sldId="368"/>
        </pc:sldMkLst>
      </pc:sldChg>
      <pc:sldChg chg="addSp delSp modSp add del mod">
        <pc:chgData name="Kritchart Wongwailikhit" userId="97b7f5e5-d80b-47a8-ab2c-0380d9e417ee" providerId="ADAL" clId="{36D1A646-3E00-4E63-8FB5-2CC46FF9943E}" dt="2024-03-17T07:08:04.998" v="3292" actId="47"/>
        <pc:sldMkLst>
          <pc:docMk/>
          <pc:sldMk cId="1082114761" sldId="369"/>
        </pc:sldMkLst>
      </pc:sldChg>
      <pc:sldChg chg="delSp modSp add del mod">
        <pc:chgData name="Kritchart Wongwailikhit" userId="97b7f5e5-d80b-47a8-ab2c-0380d9e417ee" providerId="ADAL" clId="{36D1A646-3E00-4E63-8FB5-2CC46FF9943E}" dt="2024-03-17T07:47:50.878" v="4710" actId="47"/>
        <pc:sldMkLst>
          <pc:docMk/>
          <pc:sldMk cId="2130746503" sldId="370"/>
        </pc:sldMkLst>
      </pc:sldChg>
      <pc:sldChg chg="add del">
        <pc:chgData name="Kritchart Wongwailikhit" userId="97b7f5e5-d80b-47a8-ab2c-0380d9e417ee" providerId="ADAL" clId="{36D1A646-3E00-4E63-8FB5-2CC46FF9943E}" dt="2024-03-17T05:15:00.439" v="692"/>
        <pc:sldMkLst>
          <pc:docMk/>
          <pc:sldMk cId="2368143341" sldId="371"/>
        </pc:sldMkLst>
      </pc:sldChg>
      <pc:sldChg chg="modSp add del mod">
        <pc:chgData name="Kritchart Wongwailikhit" userId="97b7f5e5-d80b-47a8-ab2c-0380d9e417ee" providerId="ADAL" clId="{36D1A646-3E00-4E63-8FB5-2CC46FF9943E}" dt="2024-03-17T07:54:28.618" v="4949" actId="47"/>
        <pc:sldMkLst>
          <pc:docMk/>
          <pc:sldMk cId="3974863310" sldId="371"/>
        </pc:sldMkLst>
      </pc:sldChg>
      <pc:sldChg chg="addSp delSp modSp add del mod">
        <pc:chgData name="Kritchart Wongwailikhit" userId="97b7f5e5-d80b-47a8-ab2c-0380d9e417ee" providerId="ADAL" clId="{36D1A646-3E00-4E63-8FB5-2CC46FF9943E}" dt="2024-03-17T07:59:05.834" v="5106" actId="47"/>
        <pc:sldMkLst>
          <pc:docMk/>
          <pc:sldMk cId="4217427671" sldId="372"/>
        </pc:sldMkLst>
      </pc:sldChg>
      <pc:sldChg chg="addSp delSp modSp add del mod">
        <pc:chgData name="Kritchart Wongwailikhit" userId="97b7f5e5-d80b-47a8-ab2c-0380d9e417ee" providerId="ADAL" clId="{36D1A646-3E00-4E63-8FB5-2CC46FF9943E}" dt="2024-03-17T07:59:49.313" v="5126" actId="47"/>
        <pc:sldMkLst>
          <pc:docMk/>
          <pc:sldMk cId="2670058141" sldId="373"/>
        </pc:sldMkLst>
      </pc:sldChg>
      <pc:sldChg chg="addSp delSp modSp add del mod">
        <pc:chgData name="Kritchart Wongwailikhit" userId="97b7f5e5-d80b-47a8-ab2c-0380d9e417ee" providerId="ADAL" clId="{36D1A646-3E00-4E63-8FB5-2CC46FF9943E}" dt="2024-03-17T07:59:51.508" v="5127" actId="47"/>
        <pc:sldMkLst>
          <pc:docMk/>
          <pc:sldMk cId="3217466810" sldId="374"/>
        </pc:sldMkLst>
      </pc:sldChg>
      <pc:sldChg chg="addSp delSp modSp add del mod">
        <pc:chgData name="Kritchart Wongwailikhit" userId="97b7f5e5-d80b-47a8-ab2c-0380d9e417ee" providerId="ADAL" clId="{36D1A646-3E00-4E63-8FB5-2CC46FF9943E}" dt="2024-03-17T08:07:56.453" v="5212" actId="47"/>
        <pc:sldMkLst>
          <pc:docMk/>
          <pc:sldMk cId="3743257803" sldId="375"/>
        </pc:sldMkLst>
      </pc:sldChg>
      <pc:sldChg chg="addSp delSp modSp add del mod">
        <pc:chgData name="Kritchart Wongwailikhit" userId="97b7f5e5-d80b-47a8-ab2c-0380d9e417ee" providerId="ADAL" clId="{36D1A646-3E00-4E63-8FB5-2CC46FF9943E}" dt="2024-03-17T14:57:29.764" v="10972" actId="47"/>
        <pc:sldMkLst>
          <pc:docMk/>
          <pc:sldMk cId="3416663582" sldId="376"/>
        </pc:sldMkLst>
      </pc:sldChg>
      <pc:sldChg chg="addSp delSp modSp add del mod">
        <pc:chgData name="Kritchart Wongwailikhit" userId="97b7f5e5-d80b-47a8-ab2c-0380d9e417ee" providerId="ADAL" clId="{36D1A646-3E00-4E63-8FB5-2CC46FF9943E}" dt="2024-03-17T08:07:57.180" v="5213" actId="47"/>
        <pc:sldMkLst>
          <pc:docMk/>
          <pc:sldMk cId="1025424744" sldId="377"/>
        </pc:sldMkLst>
      </pc:sldChg>
      <pc:sldChg chg="add del">
        <pc:chgData name="Kritchart Wongwailikhit" userId="97b7f5e5-d80b-47a8-ab2c-0380d9e417ee" providerId="ADAL" clId="{36D1A646-3E00-4E63-8FB5-2CC46FF9943E}" dt="2024-03-17T07:07:49.487" v="3286" actId="47"/>
        <pc:sldMkLst>
          <pc:docMk/>
          <pc:sldMk cId="3268443889" sldId="378"/>
        </pc:sldMkLst>
      </pc:sldChg>
      <pc:sldChg chg="addSp delSp modSp add mod">
        <pc:chgData name="Kritchart Wongwailikhit" userId="97b7f5e5-d80b-47a8-ab2c-0380d9e417ee" providerId="ADAL" clId="{36D1A646-3E00-4E63-8FB5-2CC46FF9943E}" dt="2024-03-17T13:17:22.275" v="6425"/>
        <pc:sldMkLst>
          <pc:docMk/>
          <pc:sldMk cId="3671294958" sldId="379"/>
        </pc:sldMkLst>
      </pc:sldChg>
      <pc:sldChg chg="delSp modSp add mod">
        <pc:chgData name="Kritchart Wongwailikhit" userId="97b7f5e5-d80b-47a8-ab2c-0380d9e417ee" providerId="ADAL" clId="{36D1A646-3E00-4E63-8FB5-2CC46FF9943E}" dt="2024-03-17T15:30:43.080" v="11573" actId="20577"/>
        <pc:sldMkLst>
          <pc:docMk/>
          <pc:sldMk cId="1011792383" sldId="380"/>
        </pc:sldMkLst>
      </pc:sldChg>
      <pc:sldChg chg="modSp add del mod">
        <pc:chgData name="Kritchart Wongwailikhit" userId="97b7f5e5-d80b-47a8-ab2c-0380d9e417ee" providerId="ADAL" clId="{36D1A646-3E00-4E63-8FB5-2CC46FF9943E}" dt="2024-03-17T05:59:14.019" v="1413" actId="47"/>
        <pc:sldMkLst>
          <pc:docMk/>
          <pc:sldMk cId="1021352117" sldId="381"/>
        </pc:sldMkLst>
      </pc:sldChg>
      <pc:sldChg chg="addSp modSp add del mod ord">
        <pc:chgData name="Kritchart Wongwailikhit" userId="97b7f5e5-d80b-47a8-ab2c-0380d9e417ee" providerId="ADAL" clId="{36D1A646-3E00-4E63-8FB5-2CC46FF9943E}" dt="2024-03-17T07:08:07.226" v="3293" actId="47"/>
        <pc:sldMkLst>
          <pc:docMk/>
          <pc:sldMk cId="4152790150" sldId="381"/>
        </pc:sldMkLst>
      </pc:sldChg>
      <pc:sldChg chg="addSp delSp modSp add del mod">
        <pc:chgData name="Kritchart Wongwailikhit" userId="97b7f5e5-d80b-47a8-ab2c-0380d9e417ee" providerId="ADAL" clId="{36D1A646-3E00-4E63-8FB5-2CC46FF9943E}" dt="2024-03-17T06:18:13.523" v="2369" actId="47"/>
        <pc:sldMkLst>
          <pc:docMk/>
          <pc:sldMk cId="1423336992" sldId="382"/>
        </pc:sldMkLst>
      </pc:sldChg>
      <pc:sldChg chg="addSp delSp modSp add mod">
        <pc:chgData name="Kritchart Wongwailikhit" userId="97b7f5e5-d80b-47a8-ab2c-0380d9e417ee" providerId="ADAL" clId="{36D1A646-3E00-4E63-8FB5-2CC46FF9943E}" dt="2024-03-17T06:19:04.650" v="2402" actId="1035"/>
        <pc:sldMkLst>
          <pc:docMk/>
          <pc:sldMk cId="3413309739" sldId="383"/>
        </pc:sldMkLst>
      </pc:sldChg>
      <pc:sldChg chg="modSp add mod">
        <pc:chgData name="Kritchart Wongwailikhit" userId="97b7f5e5-d80b-47a8-ab2c-0380d9e417ee" providerId="ADAL" clId="{36D1A646-3E00-4E63-8FB5-2CC46FF9943E}" dt="2024-03-17T06:47:21.027" v="3014" actId="20577"/>
        <pc:sldMkLst>
          <pc:docMk/>
          <pc:sldMk cId="569058242" sldId="384"/>
        </pc:sldMkLst>
      </pc:sldChg>
      <pc:sldChg chg="addSp delSp modSp add mod">
        <pc:chgData name="Kritchart Wongwailikhit" userId="97b7f5e5-d80b-47a8-ab2c-0380d9e417ee" providerId="ADAL" clId="{36D1A646-3E00-4E63-8FB5-2CC46FF9943E}" dt="2024-03-17T06:15:19.041" v="2348" actId="20577"/>
        <pc:sldMkLst>
          <pc:docMk/>
          <pc:sldMk cId="992704379" sldId="385"/>
        </pc:sldMkLst>
      </pc:sldChg>
      <pc:sldChg chg="addSp delSp modSp add mod delAnim modAnim">
        <pc:chgData name="Kritchart Wongwailikhit" userId="97b7f5e5-d80b-47a8-ab2c-0380d9e417ee" providerId="ADAL" clId="{36D1A646-3E00-4E63-8FB5-2CC46FF9943E}" dt="2024-03-17T18:00:04.200" v="13698" actId="478"/>
        <pc:sldMkLst>
          <pc:docMk/>
          <pc:sldMk cId="3971041564" sldId="386"/>
        </pc:sldMkLst>
      </pc:sldChg>
      <pc:sldChg chg="addSp delSp modSp add mod ord modShow">
        <pc:chgData name="Kritchart Wongwailikhit" userId="97b7f5e5-d80b-47a8-ab2c-0380d9e417ee" providerId="ADAL" clId="{36D1A646-3E00-4E63-8FB5-2CC46FF9943E}" dt="2024-03-17T06:59:58.354" v="3131"/>
        <pc:sldMkLst>
          <pc:docMk/>
          <pc:sldMk cId="4226701669" sldId="387"/>
        </pc:sldMkLst>
      </pc:sldChg>
      <pc:sldChg chg="addSp delSp modSp add mod modShow">
        <pc:chgData name="Kritchart Wongwailikhit" userId="97b7f5e5-d80b-47a8-ab2c-0380d9e417ee" providerId="ADAL" clId="{36D1A646-3E00-4E63-8FB5-2CC46FF9943E}" dt="2024-03-17T17:34:53.867" v="12543" actId="12"/>
        <pc:sldMkLst>
          <pc:docMk/>
          <pc:sldMk cId="254939898" sldId="388"/>
        </pc:sldMkLst>
      </pc:sldChg>
      <pc:sldChg chg="addSp delSp modSp add mod ord">
        <pc:chgData name="Kritchart Wongwailikhit" userId="97b7f5e5-d80b-47a8-ab2c-0380d9e417ee" providerId="ADAL" clId="{36D1A646-3E00-4E63-8FB5-2CC46FF9943E}" dt="2024-03-17T17:33:04.983" v="12538" actId="1582"/>
        <pc:sldMkLst>
          <pc:docMk/>
          <pc:sldMk cId="3110833783" sldId="389"/>
        </pc:sldMkLst>
      </pc:sldChg>
      <pc:sldChg chg="addSp delSp 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45852996" sldId="390"/>
        </pc:sldMkLst>
      </pc:sldChg>
      <pc:sldChg chg="modSp add mod modAnim">
        <pc:chgData name="Kritchart Wongwailikhit" userId="97b7f5e5-d80b-47a8-ab2c-0380d9e417ee" providerId="ADAL" clId="{36D1A646-3E00-4E63-8FB5-2CC46FF9943E}" dt="2024-03-17T17:36:19.327" v="12551"/>
        <pc:sldMkLst>
          <pc:docMk/>
          <pc:sldMk cId="1955792903" sldId="391"/>
        </pc:sldMkLst>
      </pc:sldChg>
      <pc:sldChg chg="modSp add mod">
        <pc:chgData name="Kritchart Wongwailikhit" userId="97b7f5e5-d80b-47a8-ab2c-0380d9e417ee" providerId="ADAL" clId="{36D1A646-3E00-4E63-8FB5-2CC46FF9943E}" dt="2024-03-17T17:35:13.488" v="12545" actId="11"/>
        <pc:sldMkLst>
          <pc:docMk/>
          <pc:sldMk cId="4193654653" sldId="392"/>
        </pc:sldMkLst>
      </pc:sldChg>
      <pc:sldChg chg="addSp delSp 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260067335" sldId="393"/>
        </pc:sldMkLst>
      </pc:sldChg>
      <pc:sldChg chg="addSp delSp modSp add mod modAnim">
        <pc:chgData name="Kritchart Wongwailikhit" userId="97b7f5e5-d80b-47a8-ab2c-0380d9e417ee" providerId="ADAL" clId="{36D1A646-3E00-4E63-8FB5-2CC46FF9943E}" dt="2024-03-17T17:36:09.549" v="12550"/>
        <pc:sldMkLst>
          <pc:docMk/>
          <pc:sldMk cId="2251090574" sldId="394"/>
        </pc:sldMkLst>
      </pc:sldChg>
      <pc:sldChg chg="addSp delSp modSp add mod">
        <pc:chgData name="Kritchart Wongwailikhit" userId="97b7f5e5-d80b-47a8-ab2c-0380d9e417ee" providerId="ADAL" clId="{36D1A646-3E00-4E63-8FB5-2CC46FF9943E}" dt="2024-03-17T13:16:12.107" v="6397"/>
        <pc:sldMkLst>
          <pc:docMk/>
          <pc:sldMk cId="646616422" sldId="395"/>
        </pc:sldMkLst>
      </pc:sldChg>
      <pc:sldChg chg="add del">
        <pc:chgData name="Kritchart Wongwailikhit" userId="97b7f5e5-d80b-47a8-ab2c-0380d9e417ee" providerId="ADAL" clId="{36D1A646-3E00-4E63-8FB5-2CC46FF9943E}" dt="2024-03-17T07:41:46.829" v="4581" actId="47"/>
        <pc:sldMkLst>
          <pc:docMk/>
          <pc:sldMk cId="2369833095" sldId="396"/>
        </pc:sldMkLst>
      </pc:sldChg>
      <pc:sldChg chg="modSp add mod modAnim">
        <pc:chgData name="Kritchart Wongwailikhit" userId="97b7f5e5-d80b-47a8-ab2c-0380d9e417ee" providerId="ADAL" clId="{36D1A646-3E00-4E63-8FB5-2CC46FF9943E}" dt="2024-03-17T17:36:54.221" v="12560"/>
        <pc:sldMkLst>
          <pc:docMk/>
          <pc:sldMk cId="3880753019" sldId="396"/>
        </pc:sldMkLst>
      </pc:sldChg>
      <pc:sldChg chg="modSp add mod">
        <pc:chgData name="Kritchart Wongwailikhit" userId="97b7f5e5-d80b-47a8-ab2c-0380d9e417ee" providerId="ADAL" clId="{36D1A646-3E00-4E63-8FB5-2CC46FF9943E}" dt="2024-03-17T17:37:30.030" v="12588" actId="20577"/>
        <pc:sldMkLst>
          <pc:docMk/>
          <pc:sldMk cId="1483491726" sldId="397"/>
        </pc:sldMkLst>
      </pc:sldChg>
      <pc:sldChg chg="add del">
        <pc:chgData name="Kritchart Wongwailikhit" userId="97b7f5e5-d80b-47a8-ab2c-0380d9e417ee" providerId="ADAL" clId="{36D1A646-3E00-4E63-8FB5-2CC46FF9943E}" dt="2024-03-17T07:48:21.528" v="4723"/>
        <pc:sldMkLst>
          <pc:docMk/>
          <pc:sldMk cId="2559699528" sldId="397"/>
        </pc:sldMkLst>
      </pc:sldChg>
      <pc:sldChg chg="addSp delSp modSp add mod">
        <pc:chgData name="Kritchart Wongwailikhit" userId="97b7f5e5-d80b-47a8-ab2c-0380d9e417ee" providerId="ADAL" clId="{36D1A646-3E00-4E63-8FB5-2CC46FF9943E}" dt="2024-03-17T17:38:57.909" v="12744" actId="20577"/>
        <pc:sldMkLst>
          <pc:docMk/>
          <pc:sldMk cId="347501322" sldId="398"/>
        </pc:sldMkLst>
      </pc:sldChg>
      <pc:sldChg chg="addSp delSp modSp add mod">
        <pc:chgData name="Kritchart Wongwailikhit" userId="97b7f5e5-d80b-47a8-ab2c-0380d9e417ee" providerId="ADAL" clId="{36D1A646-3E00-4E63-8FB5-2CC46FF9943E}" dt="2024-03-17T14:45:32.478" v="9793"/>
        <pc:sldMkLst>
          <pc:docMk/>
          <pc:sldMk cId="292210943" sldId="399"/>
        </pc:sldMkLst>
      </pc:sldChg>
      <pc:sldChg chg="modSp add mod modAnim">
        <pc:chgData name="Kritchart Wongwailikhit" userId="97b7f5e5-d80b-47a8-ab2c-0380d9e417ee" providerId="ADAL" clId="{36D1A646-3E00-4E63-8FB5-2CC46FF9943E}" dt="2024-03-17T17:39:31.275" v="12745"/>
        <pc:sldMkLst>
          <pc:docMk/>
          <pc:sldMk cId="2846931641" sldId="400"/>
        </pc:sldMkLst>
      </pc:sldChg>
      <pc:sldChg chg="modSp add del mod">
        <pc:chgData name="Kritchart Wongwailikhit" userId="97b7f5e5-d80b-47a8-ab2c-0380d9e417ee" providerId="ADAL" clId="{36D1A646-3E00-4E63-8FB5-2CC46FF9943E}" dt="2024-03-17T10:53:07.598" v="5465" actId="47"/>
        <pc:sldMkLst>
          <pc:docMk/>
          <pc:sldMk cId="4294965312" sldId="401"/>
        </pc:sldMkLst>
      </pc:sldChg>
      <pc:sldChg chg="modSp add mod modAnim">
        <pc:chgData name="Kritchart Wongwailikhit" userId="97b7f5e5-d80b-47a8-ab2c-0380d9e417ee" providerId="ADAL" clId="{36D1A646-3E00-4E63-8FB5-2CC46FF9943E}" dt="2024-03-17T17:45:56.698" v="13214"/>
        <pc:sldMkLst>
          <pc:docMk/>
          <pc:sldMk cId="2257299252" sldId="402"/>
        </pc:sldMkLst>
      </pc:sldChg>
      <pc:sldChg chg="addSp delSp modSp add mod ord">
        <pc:chgData name="Kritchart Wongwailikhit" userId="97b7f5e5-d80b-47a8-ab2c-0380d9e417ee" providerId="ADAL" clId="{36D1A646-3E00-4E63-8FB5-2CC46FF9943E}" dt="2024-03-17T17:49:14.054" v="13398" actId="20577"/>
        <pc:sldMkLst>
          <pc:docMk/>
          <pc:sldMk cId="2348139509" sldId="403"/>
        </pc:sldMkLst>
      </pc:sldChg>
      <pc:sldChg chg="addSp delSp modSp add del mod">
        <pc:chgData name="Kritchart Wongwailikhit" userId="97b7f5e5-d80b-47a8-ab2c-0380d9e417ee" providerId="ADAL" clId="{36D1A646-3E00-4E63-8FB5-2CC46FF9943E}" dt="2024-03-17T13:54:58.053" v="7791" actId="47"/>
        <pc:sldMkLst>
          <pc:docMk/>
          <pc:sldMk cId="2085008913" sldId="404"/>
        </pc:sldMkLst>
      </pc:sldChg>
      <pc:sldChg chg="addSp delSp modSp add mod">
        <pc:chgData name="Kritchart Wongwailikhit" userId="97b7f5e5-d80b-47a8-ab2c-0380d9e417ee" providerId="ADAL" clId="{36D1A646-3E00-4E63-8FB5-2CC46FF9943E}" dt="2024-03-17T14:32:42.117" v="9112"/>
        <pc:sldMkLst>
          <pc:docMk/>
          <pc:sldMk cId="2170042000" sldId="405"/>
        </pc:sldMkLst>
      </pc:sldChg>
      <pc:sldChg chg="addSp delSp modSp add mod">
        <pc:chgData name="Kritchart Wongwailikhit" userId="97b7f5e5-d80b-47a8-ab2c-0380d9e417ee" providerId="ADAL" clId="{36D1A646-3E00-4E63-8FB5-2CC46FF9943E}" dt="2024-03-17T15:17:37.544" v="11286"/>
        <pc:sldMkLst>
          <pc:docMk/>
          <pc:sldMk cId="2814264127" sldId="406"/>
        </pc:sldMkLst>
      </pc:sldChg>
      <pc:sldChg chg="addSp modSp add mod">
        <pc:chgData name="Kritchart Wongwailikhit" userId="97b7f5e5-d80b-47a8-ab2c-0380d9e417ee" providerId="ADAL" clId="{36D1A646-3E00-4E63-8FB5-2CC46FF9943E}" dt="2024-03-17T14:33:27.566" v="9120"/>
        <pc:sldMkLst>
          <pc:docMk/>
          <pc:sldMk cId="1481482731" sldId="407"/>
        </pc:sldMkLst>
      </pc:sldChg>
      <pc:sldChg chg="modSp add mod">
        <pc:chgData name="Kritchart Wongwailikhit" userId="97b7f5e5-d80b-47a8-ab2c-0380d9e417ee" providerId="ADAL" clId="{36D1A646-3E00-4E63-8FB5-2CC46FF9943E}" dt="2024-03-17T14:22:12.053" v="8754" actId="20577"/>
        <pc:sldMkLst>
          <pc:docMk/>
          <pc:sldMk cId="3476215985" sldId="408"/>
        </pc:sldMkLst>
      </pc:sldChg>
      <pc:sldChg chg="addSp delSp modSp add mod">
        <pc:chgData name="Kritchart Wongwailikhit" userId="97b7f5e5-d80b-47a8-ab2c-0380d9e417ee" providerId="ADAL" clId="{36D1A646-3E00-4E63-8FB5-2CC46FF9943E}" dt="2024-03-17T14:37:46.958" v="9550" actId="478"/>
        <pc:sldMkLst>
          <pc:docMk/>
          <pc:sldMk cId="435858007" sldId="409"/>
        </pc:sldMkLst>
      </pc:sldChg>
      <pc:sldChg chg="addSp delSp modSp add del mod">
        <pc:chgData name="Kritchart Wongwailikhit" userId="97b7f5e5-d80b-47a8-ab2c-0380d9e417ee" providerId="ADAL" clId="{36D1A646-3E00-4E63-8FB5-2CC46FF9943E}" dt="2024-03-17T14:40:47.315" v="9630" actId="47"/>
        <pc:sldMkLst>
          <pc:docMk/>
          <pc:sldMk cId="407278196" sldId="410"/>
        </pc:sldMkLst>
      </pc:sldChg>
      <pc:sldChg chg="addSp delSp modSp add del mod">
        <pc:chgData name="Kritchart Wongwailikhit" userId="97b7f5e5-d80b-47a8-ab2c-0380d9e417ee" providerId="ADAL" clId="{36D1A646-3E00-4E63-8FB5-2CC46FF9943E}" dt="2024-03-17T14:40:48.254" v="9631" actId="47"/>
        <pc:sldMkLst>
          <pc:docMk/>
          <pc:sldMk cId="457789217" sldId="411"/>
        </pc:sldMkLst>
      </pc:sldChg>
      <pc:sldChg chg="addSp delSp modSp add mod">
        <pc:chgData name="Kritchart Wongwailikhit" userId="97b7f5e5-d80b-47a8-ab2c-0380d9e417ee" providerId="ADAL" clId="{36D1A646-3E00-4E63-8FB5-2CC46FF9943E}" dt="2024-03-17T15:00:16.572" v="11031" actId="20577"/>
        <pc:sldMkLst>
          <pc:docMk/>
          <pc:sldMk cId="556613118" sldId="412"/>
        </pc:sldMkLst>
      </pc:sldChg>
      <pc:sldChg chg="modSp add del mod">
        <pc:chgData name="Kritchart Wongwailikhit" userId="97b7f5e5-d80b-47a8-ab2c-0380d9e417ee" providerId="ADAL" clId="{36D1A646-3E00-4E63-8FB5-2CC46FF9943E}" dt="2024-03-17T13:17:12.299" v="6422" actId="47"/>
        <pc:sldMkLst>
          <pc:docMk/>
          <pc:sldMk cId="32862918" sldId="413"/>
        </pc:sldMkLst>
      </pc:sldChg>
      <pc:sldChg chg="addSp delSp modSp add mod">
        <pc:chgData name="Kritchart Wongwailikhit" userId="97b7f5e5-d80b-47a8-ab2c-0380d9e417ee" providerId="ADAL" clId="{36D1A646-3E00-4E63-8FB5-2CC46FF9943E}" dt="2024-03-17T15:00:37.599" v="11035"/>
        <pc:sldMkLst>
          <pc:docMk/>
          <pc:sldMk cId="673764856" sldId="414"/>
        </pc:sldMkLst>
      </pc:sldChg>
      <pc:sldChg chg="addSp delSp modSp add mod">
        <pc:chgData name="Kritchart Wongwailikhit" userId="97b7f5e5-d80b-47a8-ab2c-0380d9e417ee" providerId="ADAL" clId="{36D1A646-3E00-4E63-8FB5-2CC46FF9943E}" dt="2024-03-17T15:06:29.124" v="11142"/>
        <pc:sldMkLst>
          <pc:docMk/>
          <pc:sldMk cId="95406326" sldId="415"/>
        </pc:sldMkLst>
      </pc:sldChg>
      <pc:sldChg chg="modSp mod">
        <pc:chgData name="Kritchart Wongwailikhit" userId="97b7f5e5-d80b-47a8-ab2c-0380d9e417ee" providerId="ADAL" clId="{36D1A646-3E00-4E63-8FB5-2CC46FF9943E}" dt="2024-03-17T14:45:39.145" v="9797" actId="20577"/>
        <pc:sldMkLst>
          <pc:docMk/>
          <pc:sldMk cId="2923255021" sldId="416"/>
        </pc:sldMkLst>
      </pc:sldChg>
      <pc:sldChg chg="modSp del mod">
        <pc:chgData name="Kritchart Wongwailikhit" userId="97b7f5e5-d80b-47a8-ab2c-0380d9e417ee" providerId="ADAL" clId="{36D1A646-3E00-4E63-8FB5-2CC46FF9943E}" dt="2024-03-17T14:29:42.904" v="8895" actId="47"/>
        <pc:sldMkLst>
          <pc:docMk/>
          <pc:sldMk cId="2651572072" sldId="417"/>
        </pc:sldMkLst>
      </pc:sldChg>
      <pc:sldChg chg="del">
        <pc:chgData name="Kritchart Wongwailikhit" userId="97b7f5e5-d80b-47a8-ab2c-0380d9e417ee" providerId="ADAL" clId="{36D1A646-3E00-4E63-8FB5-2CC46FF9943E}" dt="2024-03-17T11:04:51.629" v="5716" actId="47"/>
        <pc:sldMkLst>
          <pc:docMk/>
          <pc:sldMk cId="2750242103" sldId="418"/>
        </pc:sldMkLst>
      </pc:sldChg>
      <pc:sldChg chg="addSp delSp 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4290251047" sldId="419"/>
        </pc:sldMkLst>
      </pc:sldChg>
      <pc:sldChg chg="addSp delSp 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2406116851" sldId="420"/>
        </pc:sldMkLst>
      </pc:sldChg>
      <pc:sldChg chg="addSp delSp 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3930720152" sldId="421"/>
        </pc:sldMkLst>
      </pc:sldChg>
      <pc:sldChg chg="modSp add del mod">
        <pc:chgData name="Kritchart Wongwailikhit" userId="97b7f5e5-d80b-47a8-ab2c-0380d9e417ee" providerId="ADAL" clId="{36D1A646-3E00-4E63-8FB5-2CC46FF9943E}" dt="2024-03-17T10:57:14.902" v="5536" actId="47"/>
        <pc:sldMkLst>
          <pc:docMk/>
          <pc:sldMk cId="1008103658" sldId="422"/>
        </pc:sldMkLst>
      </pc:sldChg>
      <pc:sldChg chg="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2207108932" sldId="423"/>
        </pc:sldMkLst>
      </pc:sldChg>
      <pc:sldChg chg="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1773922562" sldId="424"/>
        </pc:sldMkLst>
      </pc:sldChg>
      <pc:sldChg chg="addSp delSp modSp add del mod or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3428857894" sldId="425"/>
        </pc:sldMkLst>
      </pc:sldChg>
      <pc:sldChg chg="addSp delSp modSp add mod">
        <pc:chgData name="Kritchart Wongwailikhit" userId="97b7f5e5-d80b-47a8-ab2c-0380d9e417ee" providerId="ADAL" clId="{36D1A646-3E00-4E63-8FB5-2CC46FF9943E}" dt="2024-03-17T14:45:45.545" v="9801" actId="20577"/>
        <pc:sldMkLst>
          <pc:docMk/>
          <pc:sldMk cId="921246699" sldId="426"/>
        </pc:sldMkLst>
      </pc:sldChg>
      <pc:sldChg chg="addSp delSp modSp add del mo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3949326080" sldId="427"/>
        </pc:sldMkLst>
      </pc:sldChg>
      <pc:sldChg chg="addSp modSp add del mod">
        <pc:chgData name="Kritchart Wongwailikhit" userId="97b7f5e5-d80b-47a8-ab2c-0380d9e417ee" providerId="ADAL" clId="{36D1A646-3E00-4E63-8FB5-2CC46FF9943E}" dt="2024-03-17T13:23:44.394" v="6570" actId="47"/>
        <pc:sldMkLst>
          <pc:docMk/>
          <pc:sldMk cId="2413498976" sldId="428"/>
        </pc:sldMkLst>
      </pc:sldChg>
      <pc:sldChg chg="modSp add del mod">
        <pc:chgData name="Kritchart Wongwailikhit" userId="97b7f5e5-d80b-47a8-ab2c-0380d9e417ee" providerId="ADAL" clId="{36D1A646-3E00-4E63-8FB5-2CC46FF9943E}" dt="2024-03-17T13:21:17.068" v="6537" actId="47"/>
        <pc:sldMkLst>
          <pc:docMk/>
          <pc:sldMk cId="710638410" sldId="429"/>
        </pc:sldMkLst>
      </pc:sldChg>
      <pc:sldChg chg="modSp add mod modAnim">
        <pc:chgData name="Kritchart Wongwailikhit" userId="97b7f5e5-d80b-47a8-ab2c-0380d9e417ee" providerId="ADAL" clId="{36D1A646-3E00-4E63-8FB5-2CC46FF9943E}" dt="2024-03-17T17:35:45.091" v="12548"/>
        <pc:sldMkLst>
          <pc:docMk/>
          <pc:sldMk cId="1616405350" sldId="429"/>
        </pc:sldMkLst>
      </pc:sldChg>
      <pc:sldChg chg="modSp add mod">
        <pc:chgData name="Kritchart Wongwailikhit" userId="97b7f5e5-d80b-47a8-ab2c-0380d9e417ee" providerId="ADAL" clId="{36D1A646-3E00-4E63-8FB5-2CC46FF9943E}" dt="2024-03-17T17:45:06.682" v="13211"/>
        <pc:sldMkLst>
          <pc:docMk/>
          <pc:sldMk cId="2710788514" sldId="430"/>
        </pc:sldMkLst>
      </pc:sldChg>
      <pc:sldChg chg="modSp add del mod">
        <pc:chgData name="Kritchart Wongwailikhit" userId="97b7f5e5-d80b-47a8-ab2c-0380d9e417ee" providerId="ADAL" clId="{36D1A646-3E00-4E63-8FB5-2CC46FF9943E}" dt="2024-03-17T13:21:17.068" v="6537" actId="47"/>
        <pc:sldMkLst>
          <pc:docMk/>
          <pc:sldMk cId="3584241118" sldId="430"/>
        </pc:sldMkLst>
      </pc:sldChg>
      <pc:sldChg chg="modSp add mod">
        <pc:chgData name="Kritchart Wongwailikhit" userId="97b7f5e5-d80b-47a8-ab2c-0380d9e417ee" providerId="ADAL" clId="{36D1A646-3E00-4E63-8FB5-2CC46FF9943E}" dt="2024-03-17T17:45:12.459" v="13212" actId="1076"/>
        <pc:sldMkLst>
          <pc:docMk/>
          <pc:sldMk cId="4080710789" sldId="431"/>
        </pc:sldMkLst>
      </pc:sldChg>
      <pc:sldChg chg="modSp add mod">
        <pc:chgData name="Kritchart Wongwailikhit" userId="97b7f5e5-d80b-47a8-ab2c-0380d9e417ee" providerId="ADAL" clId="{36D1A646-3E00-4E63-8FB5-2CC46FF9943E}" dt="2024-03-17T17:45:19.882" v="13213" actId="1076"/>
        <pc:sldMkLst>
          <pc:docMk/>
          <pc:sldMk cId="738392342" sldId="432"/>
        </pc:sldMkLst>
      </pc:sldChg>
      <pc:sldChg chg="modSp add mod">
        <pc:chgData name="Kritchart Wongwailikhit" userId="97b7f5e5-d80b-47a8-ab2c-0380d9e417ee" providerId="ADAL" clId="{36D1A646-3E00-4E63-8FB5-2CC46FF9943E}" dt="2024-03-17T14:45:57.321" v="9809" actId="20577"/>
        <pc:sldMkLst>
          <pc:docMk/>
          <pc:sldMk cId="1173322025" sldId="433"/>
        </pc:sldMkLst>
      </pc:sldChg>
      <pc:sldChg chg="addSp delSp modSp add mod">
        <pc:chgData name="Kritchart Wongwailikhit" userId="97b7f5e5-d80b-47a8-ab2c-0380d9e417ee" providerId="ADAL" clId="{36D1A646-3E00-4E63-8FB5-2CC46FF9943E}" dt="2024-03-17T17:40:22.020" v="12748" actId="1076"/>
        <pc:sldMkLst>
          <pc:docMk/>
          <pc:sldMk cId="1722899397" sldId="434"/>
        </pc:sldMkLst>
      </pc:sldChg>
      <pc:sldChg chg="addSp modSp add mod modAnim">
        <pc:chgData name="Kritchart Wongwailikhit" userId="97b7f5e5-d80b-47a8-ab2c-0380d9e417ee" providerId="ADAL" clId="{36D1A646-3E00-4E63-8FB5-2CC46FF9943E}" dt="2024-03-17T17:41:10.648" v="12776" actId="1035"/>
        <pc:sldMkLst>
          <pc:docMk/>
          <pc:sldMk cId="2995766607" sldId="435"/>
        </pc:sldMkLst>
      </pc:sldChg>
      <pc:sldChg chg="modSp add mod">
        <pc:chgData name="Kritchart Wongwailikhit" userId="97b7f5e5-d80b-47a8-ab2c-0380d9e417ee" providerId="ADAL" clId="{36D1A646-3E00-4E63-8FB5-2CC46FF9943E}" dt="2024-03-17T14:46:08.547" v="9817" actId="20577"/>
        <pc:sldMkLst>
          <pc:docMk/>
          <pc:sldMk cId="3072028814" sldId="436"/>
        </pc:sldMkLst>
      </pc:sldChg>
      <pc:sldChg chg="delSp modSp add mod">
        <pc:chgData name="Kritchart Wongwailikhit" userId="97b7f5e5-d80b-47a8-ab2c-0380d9e417ee" providerId="ADAL" clId="{36D1A646-3E00-4E63-8FB5-2CC46FF9943E}" dt="2024-03-17T15:44:54.817" v="12054" actId="478"/>
        <pc:sldMkLst>
          <pc:docMk/>
          <pc:sldMk cId="1269601393" sldId="437"/>
        </pc:sldMkLst>
      </pc:sldChg>
      <pc:sldChg chg="modSp add mod">
        <pc:chgData name="Kritchart Wongwailikhit" userId="97b7f5e5-d80b-47a8-ab2c-0380d9e417ee" providerId="ADAL" clId="{36D1A646-3E00-4E63-8FB5-2CC46FF9943E}" dt="2024-03-17T14:46:17.736" v="9823" actId="20577"/>
        <pc:sldMkLst>
          <pc:docMk/>
          <pc:sldMk cId="1527967764" sldId="438"/>
        </pc:sldMkLst>
      </pc:sldChg>
      <pc:sldChg chg="delSp modSp add mod">
        <pc:chgData name="Kritchart Wongwailikhit" userId="97b7f5e5-d80b-47a8-ab2c-0380d9e417ee" providerId="ADAL" clId="{36D1A646-3E00-4E63-8FB5-2CC46FF9943E}" dt="2024-03-17T14:45:48.545" v="9803" actId="20577"/>
        <pc:sldMkLst>
          <pc:docMk/>
          <pc:sldMk cId="933939643" sldId="439"/>
        </pc:sldMkLst>
      </pc:sldChg>
      <pc:sldChg chg="addSp delSp modSp add mod">
        <pc:chgData name="Kritchart Wongwailikhit" userId="97b7f5e5-d80b-47a8-ab2c-0380d9e417ee" providerId="ADAL" clId="{36D1A646-3E00-4E63-8FB5-2CC46FF9943E}" dt="2024-03-17T17:44:04.622" v="13194" actId="20577"/>
        <pc:sldMkLst>
          <pc:docMk/>
          <pc:sldMk cId="1724734853" sldId="440"/>
        </pc:sldMkLst>
      </pc:sldChg>
      <pc:sldChg chg="addSp modSp add mod">
        <pc:chgData name="Kritchart Wongwailikhit" userId="97b7f5e5-d80b-47a8-ab2c-0380d9e417ee" providerId="ADAL" clId="{36D1A646-3E00-4E63-8FB5-2CC46FF9943E}" dt="2024-03-17T14:46:20.616" v="9825" actId="20577"/>
        <pc:sldMkLst>
          <pc:docMk/>
          <pc:sldMk cId="803902412" sldId="441"/>
        </pc:sldMkLst>
      </pc:sldChg>
      <pc:sldChg chg="modSp add del mod">
        <pc:chgData name="Kritchart Wongwailikhit" userId="97b7f5e5-d80b-47a8-ab2c-0380d9e417ee" providerId="ADAL" clId="{36D1A646-3E00-4E63-8FB5-2CC46FF9943E}" dt="2024-03-17T13:53:12.796" v="7642" actId="47"/>
        <pc:sldMkLst>
          <pc:docMk/>
          <pc:sldMk cId="650518494" sldId="442"/>
        </pc:sldMkLst>
      </pc:sldChg>
      <pc:sldChg chg="addSp delSp modSp add mod">
        <pc:chgData name="Kritchart Wongwailikhit" userId="97b7f5e5-d80b-47a8-ab2c-0380d9e417ee" providerId="ADAL" clId="{36D1A646-3E00-4E63-8FB5-2CC46FF9943E}" dt="2024-03-17T17:51:34.030" v="13530" actId="1036"/>
        <pc:sldMkLst>
          <pc:docMk/>
          <pc:sldMk cId="541473420" sldId="443"/>
        </pc:sldMkLst>
      </pc:sldChg>
      <pc:sldChg chg="modSp add mod">
        <pc:chgData name="Kritchart Wongwailikhit" userId="97b7f5e5-d80b-47a8-ab2c-0380d9e417ee" providerId="ADAL" clId="{36D1A646-3E00-4E63-8FB5-2CC46FF9943E}" dt="2024-03-17T17:30:37.527" v="12419" actId="2711"/>
        <pc:sldMkLst>
          <pc:docMk/>
          <pc:sldMk cId="1533575661" sldId="444"/>
        </pc:sldMkLst>
      </pc:sldChg>
      <pc:sldChg chg="addSp delSp modSp add mod">
        <pc:chgData name="Kritchart Wongwailikhit" userId="97b7f5e5-d80b-47a8-ab2c-0380d9e417ee" providerId="ADAL" clId="{36D1A646-3E00-4E63-8FB5-2CC46FF9943E}" dt="2024-03-17T14:32:39.383" v="9111"/>
        <pc:sldMkLst>
          <pc:docMk/>
          <pc:sldMk cId="1452041779" sldId="445"/>
        </pc:sldMkLst>
      </pc:sldChg>
      <pc:sldChg chg="add del">
        <pc:chgData name="Kritchart Wongwailikhit" userId="97b7f5e5-d80b-47a8-ab2c-0380d9e417ee" providerId="ADAL" clId="{36D1A646-3E00-4E63-8FB5-2CC46FF9943E}" dt="2024-03-17T13:56:06" v="7847"/>
        <pc:sldMkLst>
          <pc:docMk/>
          <pc:sldMk cId="3064204627" sldId="445"/>
        </pc:sldMkLst>
      </pc:sldChg>
      <pc:sldChg chg="modSp add mod">
        <pc:chgData name="Kritchart Wongwailikhit" userId="97b7f5e5-d80b-47a8-ab2c-0380d9e417ee" providerId="ADAL" clId="{36D1A646-3E00-4E63-8FB5-2CC46FF9943E}" dt="2024-03-17T14:03:07.520" v="8372" actId="20577"/>
        <pc:sldMkLst>
          <pc:docMk/>
          <pc:sldMk cId="2284193311" sldId="446"/>
        </pc:sldMkLst>
      </pc:sldChg>
      <pc:sldChg chg="addSp delSp modSp add mod">
        <pc:chgData name="Kritchart Wongwailikhit" userId="97b7f5e5-d80b-47a8-ab2c-0380d9e417ee" providerId="ADAL" clId="{36D1A646-3E00-4E63-8FB5-2CC46FF9943E}" dt="2024-03-17T14:33:29.870" v="9121"/>
        <pc:sldMkLst>
          <pc:docMk/>
          <pc:sldMk cId="3114396222" sldId="447"/>
        </pc:sldMkLst>
      </pc:sldChg>
      <pc:sldChg chg="addSp delSp modSp add mod">
        <pc:chgData name="Kritchart Wongwailikhit" userId="97b7f5e5-d80b-47a8-ab2c-0380d9e417ee" providerId="ADAL" clId="{36D1A646-3E00-4E63-8FB5-2CC46FF9943E}" dt="2024-03-17T14:45:35.405" v="9795"/>
        <pc:sldMkLst>
          <pc:docMk/>
          <pc:sldMk cId="213461994" sldId="448"/>
        </pc:sldMkLst>
      </pc:sldChg>
      <pc:sldChg chg="addSp modSp add mod modAnim">
        <pc:chgData name="Kritchart Wongwailikhit" userId="97b7f5e5-d80b-47a8-ab2c-0380d9e417ee" providerId="ADAL" clId="{36D1A646-3E00-4E63-8FB5-2CC46FF9943E}" dt="2024-03-17T17:52:50.191" v="13569"/>
        <pc:sldMkLst>
          <pc:docMk/>
          <pc:sldMk cId="4193721404" sldId="449"/>
        </pc:sldMkLst>
      </pc:sldChg>
      <pc:sldChg chg="delSp modSp add mod">
        <pc:chgData name="Kritchart Wongwailikhit" userId="97b7f5e5-d80b-47a8-ab2c-0380d9e417ee" providerId="ADAL" clId="{36D1A646-3E00-4E63-8FB5-2CC46FF9943E}" dt="2024-03-17T17:55:16.406" v="13643" actId="20577"/>
        <pc:sldMkLst>
          <pc:docMk/>
          <pc:sldMk cId="2398416428" sldId="450"/>
        </pc:sldMkLst>
      </pc:sldChg>
      <pc:sldChg chg="addSp modSp add mod">
        <pc:chgData name="Kritchart Wongwailikhit" userId="97b7f5e5-d80b-47a8-ab2c-0380d9e417ee" providerId="ADAL" clId="{36D1A646-3E00-4E63-8FB5-2CC46FF9943E}" dt="2024-03-17T15:05:45.508" v="11136"/>
        <pc:sldMkLst>
          <pc:docMk/>
          <pc:sldMk cId="2784349713" sldId="451"/>
        </pc:sldMkLst>
      </pc:sldChg>
      <pc:sldChg chg="addSp modSp add mod modAnim">
        <pc:chgData name="Kritchart Wongwailikhit" userId="97b7f5e5-d80b-47a8-ab2c-0380d9e417ee" providerId="ADAL" clId="{36D1A646-3E00-4E63-8FB5-2CC46FF9943E}" dt="2024-03-17T17:55:41.325" v="13644"/>
        <pc:sldMkLst>
          <pc:docMk/>
          <pc:sldMk cId="2646402314" sldId="452"/>
        </pc:sldMkLst>
      </pc:sldChg>
      <pc:sldChg chg="addSp delSp modSp add mod delAnim">
        <pc:chgData name="Kritchart Wongwailikhit" userId="97b7f5e5-d80b-47a8-ab2c-0380d9e417ee" providerId="ADAL" clId="{36D1A646-3E00-4E63-8FB5-2CC46FF9943E}" dt="2024-03-17T14:39:29.332" v="9569" actId="1036"/>
        <pc:sldMkLst>
          <pc:docMk/>
          <pc:sldMk cId="3390469041" sldId="453"/>
        </pc:sldMkLst>
      </pc:sldChg>
      <pc:sldChg chg="addSp delSp modSp add mod">
        <pc:chgData name="Kritchart Wongwailikhit" userId="97b7f5e5-d80b-47a8-ab2c-0380d9e417ee" providerId="ADAL" clId="{36D1A646-3E00-4E63-8FB5-2CC46FF9943E}" dt="2024-03-17T14:40:21.978" v="9600" actId="1076"/>
        <pc:sldMkLst>
          <pc:docMk/>
          <pc:sldMk cId="1430829209" sldId="454"/>
        </pc:sldMkLst>
      </pc:sldChg>
      <pc:sldChg chg="addSp delSp modSp add mod">
        <pc:chgData name="Kritchart Wongwailikhit" userId="97b7f5e5-d80b-47a8-ab2c-0380d9e417ee" providerId="ADAL" clId="{36D1A646-3E00-4E63-8FB5-2CC46FF9943E}" dt="2024-03-17T14:40:44.823" v="9629" actId="1076"/>
        <pc:sldMkLst>
          <pc:docMk/>
          <pc:sldMk cId="2915877847" sldId="455"/>
        </pc:sldMkLst>
      </pc:sldChg>
      <pc:sldChg chg="addSp delSp modSp add mod">
        <pc:chgData name="Kritchart Wongwailikhit" userId="97b7f5e5-d80b-47a8-ab2c-0380d9e417ee" providerId="ADAL" clId="{36D1A646-3E00-4E63-8FB5-2CC46FF9943E}" dt="2024-03-17T14:57:23.255" v="10971" actId="14100"/>
        <pc:sldMkLst>
          <pc:docMk/>
          <pc:sldMk cId="1092329533" sldId="456"/>
        </pc:sldMkLst>
      </pc:sldChg>
      <pc:sldChg chg="addSp modSp add mod">
        <pc:chgData name="Kritchart Wongwailikhit" userId="97b7f5e5-d80b-47a8-ab2c-0380d9e417ee" providerId="ADAL" clId="{36D1A646-3E00-4E63-8FB5-2CC46FF9943E}" dt="2024-03-17T15:06:26.276" v="11140"/>
        <pc:sldMkLst>
          <pc:docMk/>
          <pc:sldMk cId="499774309" sldId="457"/>
        </pc:sldMkLst>
      </pc:sldChg>
      <pc:sldChg chg="addSp delSp modSp add mod">
        <pc:chgData name="Kritchart Wongwailikhit" userId="97b7f5e5-d80b-47a8-ab2c-0380d9e417ee" providerId="ADAL" clId="{36D1A646-3E00-4E63-8FB5-2CC46FF9943E}" dt="2024-03-17T15:03:41.031" v="11112" actId="14100"/>
        <pc:sldMkLst>
          <pc:docMk/>
          <pc:sldMk cId="4013164224" sldId="458"/>
        </pc:sldMkLst>
      </pc:sldChg>
      <pc:sldChg chg="add del">
        <pc:chgData name="Kritchart Wongwailikhit" userId="97b7f5e5-d80b-47a8-ab2c-0380d9e417ee" providerId="ADAL" clId="{36D1A646-3E00-4E63-8FB5-2CC46FF9943E}" dt="2024-03-17T15:03:47.874" v="11114"/>
        <pc:sldMkLst>
          <pc:docMk/>
          <pc:sldMk cId="885736126" sldId="459"/>
        </pc:sldMkLst>
      </pc:sldChg>
      <pc:sldChg chg="addSp modSp add mod">
        <pc:chgData name="Kritchart Wongwailikhit" userId="97b7f5e5-d80b-47a8-ab2c-0380d9e417ee" providerId="ADAL" clId="{36D1A646-3E00-4E63-8FB5-2CC46FF9943E}" dt="2024-03-17T15:04:42.004" v="11135" actId="1076"/>
        <pc:sldMkLst>
          <pc:docMk/>
          <pc:sldMk cId="3262992528" sldId="459"/>
        </pc:sldMkLst>
      </pc:sldChg>
      <pc:sldChg chg="addSp modSp add mod">
        <pc:chgData name="Kritchart Wongwailikhit" userId="97b7f5e5-d80b-47a8-ab2c-0380d9e417ee" providerId="ADAL" clId="{36D1A646-3E00-4E63-8FB5-2CC46FF9943E}" dt="2024-03-17T15:48:43.914" v="12146" actId="20577"/>
        <pc:sldMkLst>
          <pc:docMk/>
          <pc:sldMk cId="3027546926" sldId="460"/>
        </pc:sldMkLst>
      </pc:sldChg>
      <pc:sldChg chg="addSp modSp add mod">
        <pc:chgData name="Kritchart Wongwailikhit" userId="97b7f5e5-d80b-47a8-ab2c-0380d9e417ee" providerId="ADAL" clId="{36D1A646-3E00-4E63-8FB5-2CC46FF9943E}" dt="2024-03-17T15:41:12.330" v="11909" actId="20577"/>
        <pc:sldMkLst>
          <pc:docMk/>
          <pc:sldMk cId="4181058773" sldId="461"/>
        </pc:sldMkLst>
      </pc:sldChg>
      <pc:sldChg chg="addSp delSp modSp add mod">
        <pc:chgData name="Kritchart Wongwailikhit" userId="97b7f5e5-d80b-47a8-ab2c-0380d9e417ee" providerId="ADAL" clId="{36D1A646-3E00-4E63-8FB5-2CC46FF9943E}" dt="2024-03-17T15:43:07.194" v="11977" actId="20577"/>
        <pc:sldMkLst>
          <pc:docMk/>
          <pc:sldMk cId="1767247673" sldId="462"/>
        </pc:sldMkLst>
      </pc:sldChg>
      <pc:sldChg chg="delSp modSp add mod">
        <pc:chgData name="Kritchart Wongwailikhit" userId="97b7f5e5-d80b-47a8-ab2c-0380d9e417ee" providerId="ADAL" clId="{36D1A646-3E00-4E63-8FB5-2CC46FF9943E}" dt="2024-03-17T15:45:39.523" v="12068" actId="20577"/>
        <pc:sldMkLst>
          <pc:docMk/>
          <pc:sldMk cId="1168586779" sldId="463"/>
        </pc:sldMkLst>
      </pc:sldChg>
      <pc:sldChg chg="delSp modSp add del mod">
        <pc:chgData name="Kritchart Wongwailikhit" userId="97b7f5e5-d80b-47a8-ab2c-0380d9e417ee" providerId="ADAL" clId="{36D1A646-3E00-4E63-8FB5-2CC46FF9943E}" dt="2024-03-17T15:48:49.185" v="12147" actId="47"/>
        <pc:sldMkLst>
          <pc:docMk/>
          <pc:sldMk cId="155602961" sldId="464"/>
        </pc:sldMkLst>
      </pc:sldChg>
      <pc:sldChg chg="addSp delSp modSp add mod delAnim modAnim">
        <pc:chgData name="Kritchart Wongwailikhit" userId="97b7f5e5-d80b-47a8-ab2c-0380d9e417ee" providerId="ADAL" clId="{36D1A646-3E00-4E63-8FB5-2CC46FF9943E}" dt="2024-03-17T18:00:18.047" v="13700" actId="478"/>
        <pc:sldMkLst>
          <pc:docMk/>
          <pc:sldMk cId="477140420" sldId="464"/>
        </pc:sldMkLst>
      </pc:sldChg>
      <pc:sldChg chg="add del">
        <pc:chgData name="Kritchart Wongwailikhit" userId="97b7f5e5-d80b-47a8-ab2c-0380d9e417ee" providerId="ADAL" clId="{36D1A646-3E00-4E63-8FB5-2CC46FF9943E}" dt="2024-03-17T15:46:02.670" v="12070"/>
        <pc:sldMkLst>
          <pc:docMk/>
          <pc:sldMk cId="611021833" sldId="464"/>
        </pc:sldMkLst>
      </pc:sldChg>
      <pc:sldChg chg="add del">
        <pc:chgData name="Kritchart Wongwailikhit" userId="97b7f5e5-d80b-47a8-ab2c-0380d9e417ee" providerId="ADAL" clId="{36D1A646-3E00-4E63-8FB5-2CC46FF9943E}" dt="2024-03-17T17:47:04.077" v="13220"/>
        <pc:sldMkLst>
          <pc:docMk/>
          <pc:sldMk cId="1901706946" sldId="465"/>
        </pc:sldMkLst>
      </pc:sldChg>
      <pc:sldChg chg="addSp delSp modSp add mod">
        <pc:chgData name="Kritchart Wongwailikhit" userId="97b7f5e5-d80b-47a8-ab2c-0380d9e417ee" providerId="ADAL" clId="{36D1A646-3E00-4E63-8FB5-2CC46FF9943E}" dt="2024-03-17T17:51:22.510" v="13511" actId="1036"/>
        <pc:sldMkLst>
          <pc:docMk/>
          <pc:sldMk cId="2686437943" sldId="465"/>
        </pc:sldMkLst>
      </pc:sldChg>
      <pc:sldChg chg="addSp delSp modSp add mod modShow">
        <pc:chgData name="Kritchart Wongwailikhit" userId="97b7f5e5-d80b-47a8-ab2c-0380d9e417ee" providerId="ADAL" clId="{36D1A646-3E00-4E63-8FB5-2CC46FF9943E}" dt="2024-03-17T17:57:52.346" v="13652" actId="6549"/>
        <pc:sldMkLst>
          <pc:docMk/>
          <pc:sldMk cId="2324955400" sldId="466"/>
        </pc:sldMkLst>
      </pc:sldChg>
      <pc:sldChg chg="modSp add mod">
        <pc:chgData name="Kritchart Wongwailikhit" userId="97b7f5e5-d80b-47a8-ab2c-0380d9e417ee" providerId="ADAL" clId="{36D1A646-3E00-4E63-8FB5-2CC46FF9943E}" dt="2024-03-17T17:58:02.895" v="13655" actId="6549"/>
        <pc:sldMkLst>
          <pc:docMk/>
          <pc:sldMk cId="440263367" sldId="467"/>
        </pc:sldMkLst>
      </pc:sldChg>
      <pc:sldChg chg="modSp add mod">
        <pc:chgData name="Kritchart Wongwailikhit" userId="97b7f5e5-d80b-47a8-ab2c-0380d9e417ee" providerId="ADAL" clId="{36D1A646-3E00-4E63-8FB5-2CC46FF9943E}" dt="2024-03-17T17:58:08.002" v="13657" actId="6549"/>
        <pc:sldMkLst>
          <pc:docMk/>
          <pc:sldMk cId="1894788462" sldId="468"/>
        </pc:sldMkLst>
      </pc:sldChg>
      <pc:sldChg chg="modSp add mod">
        <pc:chgData name="Kritchart Wongwailikhit" userId="97b7f5e5-d80b-47a8-ab2c-0380d9e417ee" providerId="ADAL" clId="{36D1A646-3E00-4E63-8FB5-2CC46FF9943E}" dt="2024-03-17T17:58:17.802" v="13660" actId="6549"/>
        <pc:sldMkLst>
          <pc:docMk/>
          <pc:sldMk cId="3668445261" sldId="469"/>
        </pc:sldMkLst>
      </pc:sldChg>
      <pc:sldChg chg="modSp add mod">
        <pc:chgData name="Kritchart Wongwailikhit" userId="97b7f5e5-d80b-47a8-ab2c-0380d9e417ee" providerId="ADAL" clId="{36D1A646-3E00-4E63-8FB5-2CC46FF9943E}" dt="2024-03-17T17:58:19.866" v="13661" actId="6549"/>
        <pc:sldMkLst>
          <pc:docMk/>
          <pc:sldMk cId="1161906229" sldId="470"/>
        </pc:sldMkLst>
      </pc:sldChg>
      <pc:sldMasterChg chg="addSp delSp modSp mod addSldLayout delSldLayout modSldLayout">
        <pc:chgData name="Kritchart Wongwailikhit" userId="97b7f5e5-d80b-47a8-ab2c-0380d9e417ee" providerId="ADAL" clId="{36D1A646-3E00-4E63-8FB5-2CC46FF9943E}" dt="2024-03-17T04:55:56.072" v="430" actId="1036"/>
        <pc:sldMasterMkLst>
          <pc:docMk/>
          <pc:sldMasterMk cId="170389689" sldId="2147483648"/>
        </pc:sldMasterMkLst>
        <pc:sldLayoutChg chg="addSp delSp modSp mod">
          <pc:chgData name="Kritchart Wongwailikhit" userId="97b7f5e5-d80b-47a8-ab2c-0380d9e417ee" providerId="ADAL" clId="{36D1A646-3E00-4E63-8FB5-2CC46FF9943E}" dt="2024-03-17T04:55:56.072" v="430" actId="1036"/>
          <pc:sldLayoutMkLst>
            <pc:docMk/>
            <pc:sldMasterMk cId="170389689" sldId="2147483648"/>
            <pc:sldLayoutMk cId="389932457" sldId="2147483650"/>
          </pc:sldLayoutMkLst>
        </pc:sldLayoutChg>
        <pc:sldLayoutChg chg="new del mod">
          <pc:chgData name="Kritchart Wongwailikhit" userId="97b7f5e5-d80b-47a8-ab2c-0380d9e417ee" providerId="ADAL" clId="{36D1A646-3E00-4E63-8FB5-2CC46FF9943E}" dt="2024-03-17T04:49:21.163" v="172" actId="2696"/>
          <pc:sldLayoutMkLst>
            <pc:docMk/>
            <pc:sldMasterMk cId="170389689" sldId="2147483648"/>
            <pc:sldLayoutMk cId="1814965144" sldId="2147483660"/>
          </pc:sldLayoutMkLst>
        </pc:sldLayoutChg>
      </pc:sldMasterChg>
    </pc:docChg>
  </pc:docChgLst>
  <pc:docChgLst>
    <pc:chgData name="Kritchart Wongwailikhit" userId="97b7f5e5-d80b-47a8-ab2c-0380d9e417ee" providerId="ADAL" clId="{92A88A14-1891-4170-B64B-7426806E5AA1}"/>
    <pc:docChg chg="undo custSel addSld delSld modSld sldOrd">
      <pc:chgData name="Kritchart Wongwailikhit" userId="97b7f5e5-d80b-47a8-ab2c-0380d9e417ee" providerId="ADAL" clId="{92A88A14-1891-4170-B64B-7426806E5AA1}" dt="2024-01-02T13:24:55.371" v="378"/>
      <pc:docMkLst>
        <pc:docMk/>
      </pc:docMkLst>
      <pc:sldChg chg="addSp delSp modSp mod">
        <pc:chgData name="Kritchart Wongwailikhit" userId="97b7f5e5-d80b-47a8-ab2c-0380d9e417ee" providerId="ADAL" clId="{92A88A14-1891-4170-B64B-7426806E5AA1}" dt="2024-01-02T11:42:36.607" v="76"/>
        <pc:sldMkLst>
          <pc:docMk/>
          <pc:sldMk cId="3897578949" sldId="256"/>
        </pc:sldMkLst>
      </pc:sldChg>
      <pc:sldChg chg="addSp delSp modSp mod">
        <pc:chgData name="Kritchart Wongwailikhit" userId="97b7f5e5-d80b-47a8-ab2c-0380d9e417ee" providerId="ADAL" clId="{92A88A14-1891-4170-B64B-7426806E5AA1}" dt="2024-01-02T13:24:55.371" v="378"/>
        <pc:sldMkLst>
          <pc:docMk/>
          <pc:sldMk cId="1174394727" sldId="261"/>
        </pc:sldMkLst>
      </pc:sldChg>
      <pc:sldChg chg="addSp delSp modSp mod">
        <pc:chgData name="Kritchart Wongwailikhit" userId="97b7f5e5-d80b-47a8-ab2c-0380d9e417ee" providerId="ADAL" clId="{92A88A14-1891-4170-B64B-7426806E5AA1}" dt="2024-01-02T13:19:20.124" v="284"/>
        <pc:sldMkLst>
          <pc:docMk/>
          <pc:sldMk cId="2686438687" sldId="262"/>
        </pc:sldMkLst>
      </pc:sldChg>
      <pc:sldChg chg="addSp delSp modSp mod">
        <pc:chgData name="Kritchart Wongwailikhit" userId="97b7f5e5-d80b-47a8-ab2c-0380d9e417ee" providerId="ADAL" clId="{92A88A14-1891-4170-B64B-7426806E5AA1}" dt="2024-01-02T13:24:51.768" v="376"/>
        <pc:sldMkLst>
          <pc:docMk/>
          <pc:sldMk cId="2032102103" sldId="263"/>
        </pc:sldMkLst>
      </pc:sldChg>
      <pc:sldChg chg="addSp delSp modSp mod">
        <pc:chgData name="Kritchart Wongwailikhit" userId="97b7f5e5-d80b-47a8-ab2c-0380d9e417ee" providerId="ADAL" clId="{92A88A14-1891-4170-B64B-7426806E5AA1}" dt="2024-01-02T13:24:49.071" v="374"/>
        <pc:sldMkLst>
          <pc:docMk/>
          <pc:sldMk cId="831788345" sldId="264"/>
        </pc:sldMkLst>
      </pc:sldChg>
      <pc:sldChg chg="addSp delSp modSp mod">
        <pc:chgData name="Kritchart Wongwailikhit" userId="97b7f5e5-d80b-47a8-ab2c-0380d9e417ee" providerId="ADAL" clId="{92A88A14-1891-4170-B64B-7426806E5AA1}" dt="2024-01-02T13:24:46.910" v="372"/>
        <pc:sldMkLst>
          <pc:docMk/>
          <pc:sldMk cId="1910760563" sldId="265"/>
        </pc:sldMkLst>
      </pc:sldChg>
      <pc:sldChg chg="addSp delSp modSp mod">
        <pc:chgData name="Kritchart Wongwailikhit" userId="97b7f5e5-d80b-47a8-ab2c-0380d9e417ee" providerId="ADAL" clId="{92A88A14-1891-4170-B64B-7426806E5AA1}" dt="2024-01-02T13:24:44.317" v="370"/>
        <pc:sldMkLst>
          <pc:docMk/>
          <pc:sldMk cId="3631710011" sldId="266"/>
        </pc:sldMkLst>
      </pc:sldChg>
      <pc:sldChg chg="addSp delSp modSp mod">
        <pc:chgData name="Kritchart Wongwailikhit" userId="97b7f5e5-d80b-47a8-ab2c-0380d9e417ee" providerId="ADAL" clId="{92A88A14-1891-4170-B64B-7426806E5AA1}" dt="2024-01-02T13:24:42.795" v="368"/>
        <pc:sldMkLst>
          <pc:docMk/>
          <pc:sldMk cId="2545464911" sldId="267"/>
        </pc:sldMkLst>
      </pc:sldChg>
      <pc:sldChg chg="addSp delSp modSp mod">
        <pc:chgData name="Kritchart Wongwailikhit" userId="97b7f5e5-d80b-47a8-ab2c-0380d9e417ee" providerId="ADAL" clId="{92A88A14-1891-4170-B64B-7426806E5AA1}" dt="2024-01-02T13:24:40.260" v="366"/>
        <pc:sldMkLst>
          <pc:docMk/>
          <pc:sldMk cId="143385433" sldId="268"/>
        </pc:sldMkLst>
      </pc:sldChg>
      <pc:sldChg chg="addSp delSp modSp mod">
        <pc:chgData name="Kritchart Wongwailikhit" userId="97b7f5e5-d80b-47a8-ab2c-0380d9e417ee" providerId="ADAL" clId="{92A88A14-1891-4170-B64B-7426806E5AA1}" dt="2024-01-02T13:24:38.561" v="364"/>
        <pc:sldMkLst>
          <pc:docMk/>
          <pc:sldMk cId="1909422660" sldId="269"/>
        </pc:sldMkLst>
      </pc:sldChg>
      <pc:sldChg chg="addSp delSp modSp mod">
        <pc:chgData name="Kritchart Wongwailikhit" userId="97b7f5e5-d80b-47a8-ab2c-0380d9e417ee" providerId="ADAL" clId="{92A88A14-1891-4170-B64B-7426806E5AA1}" dt="2024-01-02T13:24:30.454" v="356"/>
        <pc:sldMkLst>
          <pc:docMk/>
          <pc:sldMk cId="2887901913" sldId="271"/>
        </pc:sldMkLst>
      </pc:sldChg>
      <pc:sldChg chg="addSp delSp modSp mod">
        <pc:chgData name="Kritchart Wongwailikhit" userId="97b7f5e5-d80b-47a8-ab2c-0380d9e417ee" providerId="ADAL" clId="{92A88A14-1891-4170-B64B-7426806E5AA1}" dt="2024-01-02T13:24:28.206" v="354"/>
        <pc:sldMkLst>
          <pc:docMk/>
          <pc:sldMk cId="599460512" sldId="272"/>
        </pc:sldMkLst>
      </pc:sldChg>
      <pc:sldChg chg="addSp delSp modSp mod">
        <pc:chgData name="Kritchart Wongwailikhit" userId="97b7f5e5-d80b-47a8-ab2c-0380d9e417ee" providerId="ADAL" clId="{92A88A14-1891-4170-B64B-7426806E5AA1}" dt="2024-01-02T13:24:23.074" v="350"/>
        <pc:sldMkLst>
          <pc:docMk/>
          <pc:sldMk cId="108382504" sldId="273"/>
        </pc:sldMkLst>
      </pc:sldChg>
      <pc:sldChg chg="addSp delSp modSp mod">
        <pc:chgData name="Kritchart Wongwailikhit" userId="97b7f5e5-d80b-47a8-ab2c-0380d9e417ee" providerId="ADAL" clId="{92A88A14-1891-4170-B64B-7426806E5AA1}" dt="2024-01-02T13:24:25.575" v="352"/>
        <pc:sldMkLst>
          <pc:docMk/>
          <pc:sldMk cId="4034224741" sldId="274"/>
        </pc:sldMkLst>
      </pc:sldChg>
      <pc:sldChg chg="addSp delSp modSp mod">
        <pc:chgData name="Kritchart Wongwailikhit" userId="97b7f5e5-d80b-47a8-ab2c-0380d9e417ee" providerId="ADAL" clId="{92A88A14-1891-4170-B64B-7426806E5AA1}" dt="2024-01-02T13:24:17.456" v="346"/>
        <pc:sldMkLst>
          <pc:docMk/>
          <pc:sldMk cId="2266019779" sldId="275"/>
        </pc:sldMkLst>
      </pc:sldChg>
      <pc:sldChg chg="addSp delSp modSp mod">
        <pc:chgData name="Kritchart Wongwailikhit" userId="97b7f5e5-d80b-47a8-ab2c-0380d9e417ee" providerId="ADAL" clId="{92A88A14-1891-4170-B64B-7426806E5AA1}" dt="2024-01-02T13:21:02.724" v="344"/>
        <pc:sldMkLst>
          <pc:docMk/>
          <pc:sldMk cId="2198079123" sldId="276"/>
        </pc:sldMkLst>
      </pc:sldChg>
      <pc:sldChg chg="addSp delSp modSp mod">
        <pc:chgData name="Kritchart Wongwailikhit" userId="97b7f5e5-d80b-47a8-ab2c-0380d9e417ee" providerId="ADAL" clId="{92A88A14-1891-4170-B64B-7426806E5AA1}" dt="2024-01-02T13:20:59.144" v="342"/>
        <pc:sldMkLst>
          <pc:docMk/>
          <pc:sldMk cId="2738010569" sldId="277"/>
        </pc:sldMkLst>
      </pc:sldChg>
      <pc:sldChg chg="addSp delSp modSp mod">
        <pc:chgData name="Kritchart Wongwailikhit" userId="97b7f5e5-d80b-47a8-ab2c-0380d9e417ee" providerId="ADAL" clId="{92A88A14-1891-4170-B64B-7426806E5AA1}" dt="2024-01-02T13:20:55.987" v="340"/>
        <pc:sldMkLst>
          <pc:docMk/>
          <pc:sldMk cId="2940041867" sldId="278"/>
        </pc:sldMkLst>
      </pc:sldChg>
      <pc:sldChg chg="addSp delSp modSp mod">
        <pc:chgData name="Kritchart Wongwailikhit" userId="97b7f5e5-d80b-47a8-ab2c-0380d9e417ee" providerId="ADAL" clId="{92A88A14-1891-4170-B64B-7426806E5AA1}" dt="2024-01-02T13:24:20.018" v="348"/>
        <pc:sldMkLst>
          <pc:docMk/>
          <pc:sldMk cId="319583835" sldId="279"/>
        </pc:sldMkLst>
      </pc:sldChg>
      <pc:sldChg chg="addSp delSp modSp mod">
        <pc:chgData name="Kritchart Wongwailikhit" userId="97b7f5e5-d80b-47a8-ab2c-0380d9e417ee" providerId="ADAL" clId="{92A88A14-1891-4170-B64B-7426806E5AA1}" dt="2024-01-02T13:24:31.997" v="358"/>
        <pc:sldMkLst>
          <pc:docMk/>
          <pc:sldMk cId="2779169751" sldId="281"/>
        </pc:sldMkLst>
      </pc:sldChg>
      <pc:sldChg chg="addSp delSp modSp mod">
        <pc:chgData name="Kritchart Wongwailikhit" userId="97b7f5e5-d80b-47a8-ab2c-0380d9e417ee" providerId="ADAL" clId="{92A88A14-1891-4170-B64B-7426806E5AA1}" dt="2024-01-02T13:20:51.910" v="338"/>
        <pc:sldMkLst>
          <pc:docMk/>
          <pc:sldMk cId="2908629631" sldId="282"/>
        </pc:sldMkLst>
      </pc:sldChg>
      <pc:sldChg chg="addSp delSp modSp mod">
        <pc:chgData name="Kritchart Wongwailikhit" userId="97b7f5e5-d80b-47a8-ab2c-0380d9e417ee" providerId="ADAL" clId="{92A88A14-1891-4170-B64B-7426806E5AA1}" dt="2024-01-02T13:20:48.804" v="336"/>
        <pc:sldMkLst>
          <pc:docMk/>
          <pc:sldMk cId="917383018" sldId="283"/>
        </pc:sldMkLst>
      </pc:sldChg>
      <pc:sldChg chg="addSp delSp modSp mod">
        <pc:chgData name="Kritchart Wongwailikhit" userId="97b7f5e5-d80b-47a8-ab2c-0380d9e417ee" providerId="ADAL" clId="{92A88A14-1891-4170-B64B-7426806E5AA1}" dt="2024-01-02T13:20:44.868" v="334"/>
        <pc:sldMkLst>
          <pc:docMk/>
          <pc:sldMk cId="2692565561" sldId="284"/>
        </pc:sldMkLst>
      </pc:sldChg>
      <pc:sldChg chg="addSp delSp modSp mod">
        <pc:chgData name="Kritchart Wongwailikhit" userId="97b7f5e5-d80b-47a8-ab2c-0380d9e417ee" providerId="ADAL" clId="{92A88A14-1891-4170-B64B-7426806E5AA1}" dt="2024-01-02T13:20:41.105" v="332"/>
        <pc:sldMkLst>
          <pc:docMk/>
          <pc:sldMk cId="3548031564" sldId="286"/>
        </pc:sldMkLst>
      </pc:sldChg>
      <pc:sldChg chg="addSp delSp modSp mod">
        <pc:chgData name="Kritchart Wongwailikhit" userId="97b7f5e5-d80b-47a8-ab2c-0380d9e417ee" providerId="ADAL" clId="{92A88A14-1891-4170-B64B-7426806E5AA1}" dt="2024-01-02T13:20:38.880" v="330"/>
        <pc:sldMkLst>
          <pc:docMk/>
          <pc:sldMk cId="1713520889" sldId="287"/>
        </pc:sldMkLst>
      </pc:sldChg>
      <pc:sldChg chg="addSp delSp modSp mod">
        <pc:chgData name="Kritchart Wongwailikhit" userId="97b7f5e5-d80b-47a8-ab2c-0380d9e417ee" providerId="ADAL" clId="{92A88A14-1891-4170-B64B-7426806E5AA1}" dt="2024-01-02T13:20:34.684" v="328"/>
        <pc:sldMkLst>
          <pc:docMk/>
          <pc:sldMk cId="1832865337" sldId="288"/>
        </pc:sldMkLst>
      </pc:sldChg>
      <pc:sldChg chg="addSp delSp modSp mod">
        <pc:chgData name="Kritchart Wongwailikhit" userId="97b7f5e5-d80b-47a8-ab2c-0380d9e417ee" providerId="ADAL" clId="{92A88A14-1891-4170-B64B-7426806E5AA1}" dt="2024-01-02T13:20:24.193" v="326"/>
        <pc:sldMkLst>
          <pc:docMk/>
          <pc:sldMk cId="326668421" sldId="289"/>
        </pc:sldMkLst>
      </pc:sldChg>
      <pc:sldChg chg="addSp delSp modSp mod">
        <pc:chgData name="Kritchart Wongwailikhit" userId="97b7f5e5-d80b-47a8-ab2c-0380d9e417ee" providerId="ADAL" clId="{92A88A14-1891-4170-B64B-7426806E5AA1}" dt="2024-01-02T13:20:21.184" v="324"/>
        <pc:sldMkLst>
          <pc:docMk/>
          <pc:sldMk cId="3181452897" sldId="290"/>
        </pc:sldMkLst>
      </pc:sldChg>
      <pc:sldChg chg="addSp delSp modSp mod">
        <pc:chgData name="Kritchart Wongwailikhit" userId="97b7f5e5-d80b-47a8-ab2c-0380d9e417ee" providerId="ADAL" clId="{92A88A14-1891-4170-B64B-7426806E5AA1}" dt="2024-01-02T13:20:17.798" v="322"/>
        <pc:sldMkLst>
          <pc:docMk/>
          <pc:sldMk cId="135825047" sldId="292"/>
        </pc:sldMkLst>
      </pc:sldChg>
      <pc:sldChg chg="addSp delSp modSp mod">
        <pc:chgData name="Kritchart Wongwailikhit" userId="97b7f5e5-d80b-47a8-ab2c-0380d9e417ee" providerId="ADAL" clId="{92A88A14-1891-4170-B64B-7426806E5AA1}" dt="2024-01-02T13:20:14.578" v="320"/>
        <pc:sldMkLst>
          <pc:docMk/>
          <pc:sldMk cId="3112969150" sldId="293"/>
        </pc:sldMkLst>
      </pc:sldChg>
      <pc:sldChg chg="addSp delSp modSp mod">
        <pc:chgData name="Kritchart Wongwailikhit" userId="97b7f5e5-d80b-47a8-ab2c-0380d9e417ee" providerId="ADAL" clId="{92A88A14-1891-4170-B64B-7426806E5AA1}" dt="2024-01-02T13:20:11.092" v="318"/>
        <pc:sldMkLst>
          <pc:docMk/>
          <pc:sldMk cId="2042833053" sldId="294"/>
        </pc:sldMkLst>
      </pc:sldChg>
      <pc:sldChg chg="addSp delSp modSp mod">
        <pc:chgData name="Kritchart Wongwailikhit" userId="97b7f5e5-d80b-47a8-ab2c-0380d9e417ee" providerId="ADAL" clId="{92A88A14-1891-4170-B64B-7426806E5AA1}" dt="2024-01-02T13:20:08.484" v="316"/>
        <pc:sldMkLst>
          <pc:docMk/>
          <pc:sldMk cId="310808665" sldId="295"/>
        </pc:sldMkLst>
      </pc:sldChg>
      <pc:sldChg chg="addSp delSp modSp mod">
        <pc:chgData name="Kritchart Wongwailikhit" userId="97b7f5e5-d80b-47a8-ab2c-0380d9e417ee" providerId="ADAL" clId="{92A88A14-1891-4170-B64B-7426806E5AA1}" dt="2024-01-02T13:20:00.125" v="310"/>
        <pc:sldMkLst>
          <pc:docMk/>
          <pc:sldMk cId="1512291626" sldId="296"/>
        </pc:sldMkLst>
      </pc:sldChg>
      <pc:sldChg chg="addSp delSp modSp mod">
        <pc:chgData name="Kritchart Wongwailikhit" userId="97b7f5e5-d80b-47a8-ab2c-0380d9e417ee" providerId="ADAL" clId="{92A88A14-1891-4170-B64B-7426806E5AA1}" dt="2024-01-02T13:19:56.378" v="308"/>
        <pc:sldMkLst>
          <pc:docMk/>
          <pc:sldMk cId="3176215540" sldId="297"/>
        </pc:sldMkLst>
      </pc:sldChg>
      <pc:sldChg chg="addSp delSp modSp mod">
        <pc:chgData name="Kritchart Wongwailikhit" userId="97b7f5e5-d80b-47a8-ab2c-0380d9e417ee" providerId="ADAL" clId="{92A88A14-1891-4170-B64B-7426806E5AA1}" dt="2024-01-02T13:19:53.051" v="306"/>
        <pc:sldMkLst>
          <pc:docMk/>
          <pc:sldMk cId="2052007393" sldId="298"/>
        </pc:sldMkLst>
      </pc:sldChg>
      <pc:sldChg chg="addSp delSp modSp mod">
        <pc:chgData name="Kritchart Wongwailikhit" userId="97b7f5e5-d80b-47a8-ab2c-0380d9e417ee" providerId="ADAL" clId="{92A88A14-1891-4170-B64B-7426806E5AA1}" dt="2024-01-02T13:19:50.195" v="304"/>
        <pc:sldMkLst>
          <pc:docMk/>
          <pc:sldMk cId="957856934" sldId="299"/>
        </pc:sldMkLst>
      </pc:sldChg>
      <pc:sldChg chg="addSp delSp modSp mod">
        <pc:chgData name="Kritchart Wongwailikhit" userId="97b7f5e5-d80b-47a8-ab2c-0380d9e417ee" providerId="ADAL" clId="{92A88A14-1891-4170-B64B-7426806E5AA1}" dt="2024-01-02T13:19:43.702" v="300"/>
        <pc:sldMkLst>
          <pc:docMk/>
          <pc:sldMk cId="3433193299" sldId="300"/>
        </pc:sldMkLst>
      </pc:sldChg>
      <pc:sldChg chg="addSp delSp modSp mod">
        <pc:chgData name="Kritchart Wongwailikhit" userId="97b7f5e5-d80b-47a8-ab2c-0380d9e417ee" providerId="ADAL" clId="{92A88A14-1891-4170-B64B-7426806E5AA1}" dt="2024-01-02T13:19:47.055" v="302"/>
        <pc:sldMkLst>
          <pc:docMk/>
          <pc:sldMk cId="3725037647" sldId="301"/>
        </pc:sldMkLst>
      </pc:sldChg>
      <pc:sldChg chg="addSp delSp modSp mod">
        <pc:chgData name="Kritchart Wongwailikhit" userId="97b7f5e5-d80b-47a8-ab2c-0380d9e417ee" providerId="ADAL" clId="{92A88A14-1891-4170-B64B-7426806E5AA1}" dt="2024-01-02T13:19:40.422" v="298"/>
        <pc:sldMkLst>
          <pc:docMk/>
          <pc:sldMk cId="1853601285" sldId="303"/>
        </pc:sldMkLst>
      </pc:sldChg>
      <pc:sldChg chg="addSp delSp modSp mod">
        <pc:chgData name="Kritchart Wongwailikhit" userId="97b7f5e5-d80b-47a8-ab2c-0380d9e417ee" providerId="ADAL" clId="{92A88A14-1891-4170-B64B-7426806E5AA1}" dt="2024-01-02T13:19:38.044" v="296"/>
        <pc:sldMkLst>
          <pc:docMk/>
          <pc:sldMk cId="1659934724" sldId="304"/>
        </pc:sldMkLst>
      </pc:sldChg>
      <pc:sldChg chg="addSp delSp modSp mod">
        <pc:chgData name="Kritchart Wongwailikhit" userId="97b7f5e5-d80b-47a8-ab2c-0380d9e417ee" providerId="ADAL" clId="{92A88A14-1891-4170-B64B-7426806E5AA1}" dt="2024-01-02T13:19:35.113" v="294"/>
        <pc:sldMkLst>
          <pc:docMk/>
          <pc:sldMk cId="2635389042" sldId="305"/>
        </pc:sldMkLst>
      </pc:sldChg>
      <pc:sldChg chg="addSp delSp modSp mod">
        <pc:chgData name="Kritchart Wongwailikhit" userId="97b7f5e5-d80b-47a8-ab2c-0380d9e417ee" providerId="ADAL" clId="{92A88A14-1891-4170-B64B-7426806E5AA1}" dt="2024-01-02T13:19:32.395" v="292"/>
        <pc:sldMkLst>
          <pc:docMk/>
          <pc:sldMk cId="1242405467" sldId="306"/>
        </pc:sldMkLst>
      </pc:sldChg>
      <pc:sldChg chg="addSp delSp modSp mod">
        <pc:chgData name="Kritchart Wongwailikhit" userId="97b7f5e5-d80b-47a8-ab2c-0380d9e417ee" providerId="ADAL" clId="{92A88A14-1891-4170-B64B-7426806E5AA1}" dt="2024-01-02T13:19:26.963" v="290"/>
        <pc:sldMkLst>
          <pc:docMk/>
          <pc:sldMk cId="2839868017" sldId="307"/>
        </pc:sldMkLst>
      </pc:sldChg>
      <pc:sldChg chg="addSp delSp modSp mod">
        <pc:chgData name="Kritchart Wongwailikhit" userId="97b7f5e5-d80b-47a8-ab2c-0380d9e417ee" providerId="ADAL" clId="{92A88A14-1891-4170-B64B-7426806E5AA1}" dt="2024-01-02T13:19:24.876" v="288"/>
        <pc:sldMkLst>
          <pc:docMk/>
          <pc:sldMk cId="4258292429" sldId="308"/>
        </pc:sldMkLst>
      </pc:sldChg>
      <pc:sldChg chg="addSp delSp modSp mod">
        <pc:chgData name="Kritchart Wongwailikhit" userId="97b7f5e5-d80b-47a8-ab2c-0380d9e417ee" providerId="ADAL" clId="{92A88A14-1891-4170-B64B-7426806E5AA1}" dt="2024-01-02T13:19:22.280" v="286"/>
        <pc:sldMkLst>
          <pc:docMk/>
          <pc:sldMk cId="4233810538" sldId="309"/>
        </pc:sldMkLst>
      </pc:sldChg>
      <pc:sldChg chg="addSp delSp modSp mod">
        <pc:chgData name="Kritchart Wongwailikhit" userId="97b7f5e5-d80b-47a8-ab2c-0380d9e417ee" providerId="ADAL" clId="{92A88A14-1891-4170-B64B-7426806E5AA1}" dt="2024-01-02T13:24:34.242" v="360"/>
        <pc:sldMkLst>
          <pc:docMk/>
          <pc:sldMk cId="236849153" sldId="310"/>
        </pc:sldMkLst>
      </pc:sldChg>
      <pc:sldChg chg="addSp delSp modSp mod">
        <pc:chgData name="Kritchart Wongwailikhit" userId="97b7f5e5-d80b-47a8-ab2c-0380d9e417ee" providerId="ADAL" clId="{92A88A14-1891-4170-B64B-7426806E5AA1}" dt="2024-01-02T13:20:05.437" v="314"/>
        <pc:sldMkLst>
          <pc:docMk/>
          <pc:sldMk cId="1601380628" sldId="311"/>
        </pc:sldMkLst>
      </pc:sldChg>
      <pc:sldChg chg="addSp delSp modSp mod">
        <pc:chgData name="Kritchart Wongwailikhit" userId="97b7f5e5-d80b-47a8-ab2c-0380d9e417ee" providerId="ADAL" clId="{92A88A14-1891-4170-B64B-7426806E5AA1}" dt="2024-01-02T13:20:02.538" v="312"/>
        <pc:sldMkLst>
          <pc:docMk/>
          <pc:sldMk cId="907899713" sldId="313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2740064132" sldId="314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265357377" sldId="315"/>
        </pc:sldMkLst>
      </pc:sldChg>
      <pc:sldChg chg="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516145217" sldId="316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148489156" sldId="317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603979179" sldId="318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2076614404" sldId="319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2306570704" sldId="320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1764401264" sldId="321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235052507" sldId="322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260555784" sldId="323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792085234" sldId="324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2582973470" sldId="325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2948920582" sldId="326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4199524655" sldId="327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3209606716" sldId="328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902032792" sldId="329"/>
        </pc:sldMkLst>
      </pc:sldChg>
      <pc:sldChg chg="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1709069340" sldId="330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92740774" sldId="331"/>
        </pc:sldMkLst>
      </pc:sldChg>
      <pc:sldChg chg="addSp delSp modSp mod ord modShow">
        <pc:chgData name="Kritchart Wongwailikhit" userId="97b7f5e5-d80b-47a8-ab2c-0380d9e417ee" providerId="ADAL" clId="{92A88A14-1891-4170-B64B-7426806E5AA1}" dt="2024-01-02T13:18:40.060" v="282" actId="729"/>
        <pc:sldMkLst>
          <pc:docMk/>
          <pc:sldMk cId="4287687782" sldId="332"/>
        </pc:sldMkLst>
      </pc:sldChg>
      <pc:sldChg chg="add">
        <pc:chgData name="Kritchart Wongwailikhit" userId="97b7f5e5-d80b-47a8-ab2c-0380d9e417ee" providerId="ADAL" clId="{92A88A14-1891-4170-B64B-7426806E5AA1}" dt="2024-01-02T13:12:09.109" v="77"/>
        <pc:sldMkLst>
          <pc:docMk/>
          <pc:sldMk cId="2345398170" sldId="333"/>
        </pc:sldMkLst>
      </pc:sldChg>
      <pc:sldChg chg="addSp delSp modSp add mod">
        <pc:chgData name="Kritchart Wongwailikhit" userId="97b7f5e5-d80b-47a8-ab2c-0380d9e417ee" providerId="ADAL" clId="{92A88A14-1891-4170-B64B-7426806E5AA1}" dt="2024-01-02T13:17:34.452" v="241"/>
        <pc:sldMkLst>
          <pc:docMk/>
          <pc:sldMk cId="2792961834" sldId="334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795056118" sldId="335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024632102" sldId="336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1247596062" sldId="337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3663135549" sldId="338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3345863717" sldId="339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820689297" sldId="340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3492330298" sldId="341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195952637" sldId="342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161986838" sldId="343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3746357536" sldId="344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926547660" sldId="345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61837930" sldId="346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04107405" sldId="347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3870423491" sldId="348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375507695" sldId="349"/>
        </pc:sldMkLst>
      </pc:sldChg>
      <pc:sldChg chg="add del">
        <pc:chgData name="Kritchart Wongwailikhit" userId="97b7f5e5-d80b-47a8-ab2c-0380d9e417ee" providerId="ADAL" clId="{92A88A14-1891-4170-B64B-7426806E5AA1}" dt="2024-01-02T13:13:38.473" v="139" actId="47"/>
        <pc:sldMkLst>
          <pc:docMk/>
          <pc:sldMk cId="2236666589" sldId="350"/>
        </pc:sldMkLst>
      </pc:sldChg>
      <pc:sldChg chg="modSp add mod">
        <pc:chgData name="Kritchart Wongwailikhit" userId="97b7f5e5-d80b-47a8-ab2c-0380d9e417ee" providerId="ADAL" clId="{92A88A14-1891-4170-B64B-7426806E5AA1}" dt="2024-01-02T13:13:42.760" v="143" actId="20577"/>
        <pc:sldMkLst>
          <pc:docMk/>
          <pc:sldMk cId="1704546253" sldId="351"/>
        </pc:sldMkLst>
      </pc:sldChg>
      <pc:sldChg chg="addSp delSp modSp add mod">
        <pc:chgData name="Kritchart Wongwailikhit" userId="97b7f5e5-d80b-47a8-ab2c-0380d9e417ee" providerId="ADAL" clId="{92A88A14-1891-4170-B64B-7426806E5AA1}" dt="2024-01-02T13:17:36.539" v="243"/>
        <pc:sldMkLst>
          <pc:docMk/>
          <pc:sldMk cId="2757611561" sldId="352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0CF9-E581-41CC-A376-DBB92CCD5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32EAC-D37C-4421-8A32-01271401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33F4-D767-44FE-AB9C-5D2BD081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A6A829-012C-4F34-861F-A17158D9121B}" type="datetime1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BD18-7E20-4825-ABF1-74BBFFA4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9907-5088-4E25-A096-166445EE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9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2DF-A2DA-45D1-A138-5629046D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969"/>
            <a:ext cx="10515600" cy="669806"/>
          </a:xfrm>
        </p:spPr>
        <p:txBody>
          <a:bodyPr>
            <a:noAutofit/>
          </a:bodyPr>
          <a:lstStyle>
            <a:lvl1pPr>
              <a:defRPr sz="4400" b="1">
                <a:latin typeface="Bai Jamjuree" panose="00000500000000000000" pitchFamily="2" charset="-34"/>
                <a:cs typeface="Bai Jamjuree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BBCC2-4227-45EB-8039-022703785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4762231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000">
                <a:latin typeface="Bai Jamjuree" panose="00000500000000000000" pitchFamily="2" charset="-34"/>
                <a:cs typeface="Bai Jamjuree" panose="00000500000000000000" pitchFamily="2" charset="-34"/>
              </a:defRPr>
            </a:lvl1pPr>
            <a:lvl2pPr>
              <a:lnSpc>
                <a:spcPct val="125000"/>
              </a:lnSpc>
              <a:defRPr sz="2000"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>
              <a:lnSpc>
                <a:spcPct val="125000"/>
              </a:lnSpc>
              <a:defRPr sz="2000"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>
              <a:lnSpc>
                <a:spcPct val="125000"/>
              </a:lnSpc>
              <a:defRPr sz="2000"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>
              <a:lnSpc>
                <a:spcPct val="125000"/>
              </a:lnSpc>
              <a:defRPr sz="2000"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CD4E92-F276-2C6A-53D3-12B346815BD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97297"/>
            <a:ext cx="7677569" cy="238721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accent3">
                    <a:lumMod val="40000"/>
                    <a:lumOff val="60000"/>
                  </a:schemeClr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1pPr>
          </a:lstStyle>
          <a:p>
            <a:pPr lvl="0"/>
            <a:r>
              <a:rPr lang="en-US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8993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C7F2-0D40-44F8-B0D3-B1C0DB36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D9B3C-936B-4028-A3B9-15F4448D0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06A66-54C8-43F7-B977-7E6C03B2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146B06-8369-49D9-8EB0-5796BB79AC48}" type="datetime1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6DC1C-C57D-4B97-A1DF-F6874DD8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CFB3F-5CB8-49A2-A99B-17E82481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8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79E4-A08A-4F14-9235-4BF2D2B48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0EA35-6A5A-4EAE-BC9E-A8A5DCAC1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B64FC-13E7-4AB9-AF02-7369582BC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79005-2F5D-48E6-99E5-27C21BB9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8604EA-413C-4801-834B-F62FA6C49B05}" type="datetime1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334F8-76E1-4C8C-B732-9EC64072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E53BF-1D5C-4837-94AB-36FE7B8E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2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E77F-C500-452B-A56E-1BCB777B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48323-8271-4436-B72D-FA747743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D5A8F-2655-4848-BD25-200F76B18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D8F-169E-4C65-B12A-C0364BF5D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2F450-B9C8-4E94-A6FB-FCBA1C83E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F0CB6-0FA3-44AF-B8C6-5EB5BE9C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8445DC-F4E7-4366-961D-6F0541334EBC}" type="datetime1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B5A8F-2AB7-4ECE-9A40-9EBDE265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4B8186-3D22-46D6-A14B-1584443B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2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167C-1A71-4BC3-9EE8-AD3D9A18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C8EDE-E93A-4BBB-93D2-F00D1CEE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1D2BE0-0779-4934-BC72-E5FE2639C269}" type="datetime1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86734-160B-499D-A932-552D5856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B0AA6-2A0C-47F2-A897-902E772B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5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E9B8A-2886-4A64-949C-B131F211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4E47B6-7390-4481-84B4-8A097F565BE5}" type="datetime1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D9B6E-13F0-4189-A1B6-2751EB28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C9903-92CC-4A20-9031-38FB11F7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1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6142-3B8C-4A85-922E-B04B0B9A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D7F0-9500-4001-A267-41A5889B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F5003-2406-4F98-B222-15B406637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7B0B2-F736-4FE5-9EF3-4537AD4F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2D6463-6992-4282-9E60-A90B2E371066}" type="datetime1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7115C-5936-47AD-AA48-67BAD8E3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B2443-F36A-46B0-B657-BBA295BD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8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2BE2-F688-4DA5-905E-4BA68A38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324BF4-FDB1-4E39-B8EF-1EAD8A28F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F70CB-7200-435D-98F1-18B15ABAA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3D7C8-35E0-4764-AC4D-D004D527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33C774-C365-42D1-94B3-63B71B8D2103}" type="datetime1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C0B77-0E7A-43C6-A696-EB47BA1F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57DD3-0574-45C1-8CF5-C184CA58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06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7B09-6A47-490C-876F-B7658034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3E664-3F30-4B94-B765-0B37A7420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7446-A731-4316-B304-A5659220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2F21C-5ACC-46E4-9F79-C136A834BD8D}" type="datetime1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916F-5D43-4509-ADC8-556ADD8D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B02F-8069-46FD-AB00-A82D464F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1876D-D18F-40D7-B921-66B53DDED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78C15-70CA-4720-9C2E-50DFFBF5B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D6EC9-3E33-4FF1-B5A6-46F443E4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CFF34F-0524-4A9D-96C7-ECB7B518FE60}" type="datetime1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46BE2-BEB8-4ECC-9AFB-A76E2DE52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1777-FC72-4174-985F-BB096325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7D75CB-903D-473C-A150-A966D2898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24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C134F-DA5D-49ED-BA1F-A5654BEB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CF37-BA6F-4C20-AB05-591FF9C60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No photo description available.">
            <a:extLst>
              <a:ext uri="{FF2B5EF4-FFF2-40B4-BE49-F238E27FC236}">
                <a16:creationId xmlns:a16="http://schemas.microsoft.com/office/drawing/2014/main" id="{B0CB2DD7-7B39-E9C8-2727-681E266E1C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8" b="21538"/>
          <a:stretch/>
        </p:blipFill>
        <p:spPr bwMode="auto">
          <a:xfrm>
            <a:off x="11328194" y="0"/>
            <a:ext cx="863806" cy="49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619FCC-E0B7-6ED8-5F1F-1D55B254CB1A}"/>
              </a:ext>
            </a:extLst>
          </p:cNvPr>
          <p:cNvSpPr/>
          <p:nvPr userDrawn="1"/>
        </p:nvSpPr>
        <p:spPr>
          <a:xfrm flipV="1">
            <a:off x="0" y="1358583"/>
            <a:ext cx="45719" cy="4140834"/>
          </a:xfrm>
          <a:prstGeom prst="rect">
            <a:avLst/>
          </a:prstGeom>
          <a:solidFill>
            <a:srgbClr val="8B2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73B8BE-962A-C355-BBB5-FF46388605C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93672" y="6538388"/>
            <a:ext cx="2008220" cy="24564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6EC84C-8A6C-7A2E-DA70-4CEC143C6463}"/>
              </a:ext>
            </a:extLst>
          </p:cNvPr>
          <p:cNvCxnSpPr/>
          <p:nvPr userDrawn="1"/>
        </p:nvCxnSpPr>
        <p:spPr>
          <a:xfrm>
            <a:off x="11612300" y="6437687"/>
            <a:ext cx="0" cy="337716"/>
          </a:xfrm>
          <a:prstGeom prst="line">
            <a:avLst/>
          </a:prstGeom>
          <a:ln>
            <a:solidFill>
              <a:srgbClr val="DBDBDB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6875050C-78E6-1048-F5B7-665D108C5439}"/>
              </a:ext>
            </a:extLst>
          </p:cNvPr>
          <p:cNvSpPr txBox="1">
            <a:spLocks/>
          </p:cNvSpPr>
          <p:nvPr userDrawn="1"/>
        </p:nvSpPr>
        <p:spPr>
          <a:xfrm>
            <a:off x="11293418" y="6480817"/>
            <a:ext cx="68407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E7D75CB-903D-473C-A150-A966D28983C0}" type="slidenum">
              <a:rPr lang="en-US" sz="1200" smtClean="0">
                <a:solidFill>
                  <a:schemeClr val="bg1">
                    <a:lumMod val="65000"/>
                  </a:scheme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  <a:pPr algn="r"/>
              <a:t>‹#›</a:t>
            </a:fld>
            <a:endParaRPr lang="en-US" sz="1200">
              <a:solidFill>
                <a:schemeClr val="bg1">
                  <a:lumMod val="65000"/>
                </a:schemeClr>
              </a:solidFill>
              <a:latin typeface="Bai Jamjuree" panose="00000500000000000000" pitchFamily="2" charset="-34"/>
              <a:cs typeface="Bai Jamjuree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038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2468880"/>
            <a:ext cx="2130552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9264" y="2587752"/>
            <a:ext cx="10259568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latin typeface="Bai Jamjuree"/>
                <a:cs typeface="Bai Jamjuree"/>
                <a:ea typeface="Bai Jamjuree"/>
              </a:rPr>
              <a:t>Incident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2072" y="3282696"/>
            <a:ext cx="647395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latin typeface="Bai Jamjuree"/>
                <a:cs typeface="Bai Jamjuree"/>
                <a:ea typeface="Bai Jamjuree"/>
              </a:rPr>
              <a:t>Classify 300 lab and pilot-plant incident reports  |  AI for Data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46944" y="3950208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50664" y="3950208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919472"/>
            <a:ext cx="1188720" cy="1225296"/>
          </a:xfrm>
          <a:prstGeom prst="ellipse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38360" y="6181344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Bai Jamjuree"/>
                <a:cs typeface="Bai Jamjuree"/>
                <a:ea typeface="Bai Jamjuree"/>
              </a:rPr>
              <a:t>Kritchart Wongwailikhit,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The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Sort 300 incident reports by Type and Severity, then check your file online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329184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057400"/>
            <a:ext cx="82296" cy="374903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2112264"/>
            <a:ext cx="309067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600" b="1">
                <a:solidFill>
                  <a:srgbClr val="4472C4"/>
                </a:solidFill>
                <a:latin typeface="Bai Jamjuree"/>
                <a:cs typeface="Bai Jamjuree"/>
                <a:ea typeface="Bai Jamjuree"/>
              </a:rPr>
              <a:t>You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69464"/>
            <a:ext cx="3072384" cy="320039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incident_reports.txt / .xlsx</a:t>
            </a:r>
          </a:p>
          <a:p>
            <a:pPr algn="l"/>
            <a:r>
              <a:rPr sz="1600" b="0">
                <a:solidFill>
                  <a:srgbClr val="595959"/>
                </a:solidFill>
                <a:latin typeface="Bai Jamjuree"/>
                <a:cs typeface="Bai Jamjuree"/>
                <a:ea typeface="Bai Jamjuree"/>
              </a:rPr>
              <a:t>  300 reports, ids 1–300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the classification rules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answer templates (.csv, .xlsx)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24528" y="3931920"/>
            <a:ext cx="502920" cy="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18888" y="2057400"/>
            <a:ext cx="310896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818888" y="2057400"/>
            <a:ext cx="82296" cy="374903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65191" y="2112264"/>
            <a:ext cx="290779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600" b="1">
                <a:solidFill>
                  <a:srgbClr val="ED7D31"/>
                </a:solidFill>
                <a:latin typeface="Bai Jamjuree"/>
                <a:cs typeface="Bai Jamjuree"/>
                <a:ea typeface="Bai Jamjuree"/>
              </a:rPr>
              <a:t>You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1" y="2569464"/>
            <a:ext cx="2889503" cy="320039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For every report:</a:t>
            </a:r>
          </a:p>
          <a:p>
            <a:pPr algn="l"/>
            <a:r>
              <a:rPr sz="1800" b="1">
                <a:solidFill>
                  <a:srgbClr val="4472C4"/>
                </a:solidFill>
                <a:latin typeface="Bai Jamjuree"/>
                <a:cs typeface="Bai Jamjuree"/>
                <a:ea typeface="Bai Jamjuree"/>
              </a:rPr>
              <a:t>Type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Injury · Fire · Release · Equipment · Near miss</a:t>
            </a:r>
          </a:p>
          <a:p>
            <a:pPr algn="l"/>
            <a:r>
              <a:rPr sz="1800" b="1">
                <a:solidFill>
                  <a:srgbClr val="ED7D31"/>
                </a:solidFill>
                <a:latin typeface="Bai Jamjuree"/>
                <a:cs typeface="Bai Jamjuree"/>
                <a:ea typeface="Bai Jamjuree"/>
              </a:rPr>
              <a:t>Severity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High · Medium · 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19288" y="3931920"/>
            <a:ext cx="502920" cy="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13648" y="2057400"/>
            <a:ext cx="274320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613648" y="2057400"/>
            <a:ext cx="82296" cy="3749039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59952" y="2112264"/>
            <a:ext cx="254203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600" b="1">
                <a:solidFill>
                  <a:srgbClr val="70AD47"/>
                </a:solidFill>
                <a:latin typeface="Bai Jamjuree"/>
                <a:cs typeface="Bai Jamjuree"/>
                <a:ea typeface="Bai Jamjuree"/>
              </a:rPr>
              <a:t>You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569464"/>
            <a:ext cx="2523744" cy="320039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One .csv or .xlsx file</a:t>
            </a:r>
          </a:p>
          <a:p>
            <a:pPr algn="l"/>
            <a:r>
              <a:rPr sz="18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id, type, severity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to the checker website</a:t>
            </a:r>
          </a:p>
          <a:p>
            <a:pPr algn="l"/>
            <a:r>
              <a:rPr sz="1800" b="1">
                <a:solidFill>
                  <a:srgbClr val="70AD47"/>
                </a:solidFill>
                <a:latin typeface="Bai Jamjuree"/>
                <a:cs typeface="Bai Jamjuree"/>
                <a:ea typeface="Bai Jamjuree"/>
              </a:rPr>
              <a:t>Pass: both ≥ 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8978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ctr"/>
            <a:r>
              <a:rPr sz="1200" b="0">
                <a:solidFill>
                  <a:srgbClr val="595959"/>
                </a:solidFill>
                <a:latin typeface="Bai Jamjuree"/>
                <a:cs typeface="Bai Jamjuree"/>
                <a:ea typeface="Bai Jamjuree"/>
              </a:rPr>
              <a:t>All reports are fictional.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Type: choose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If more than one type fits, take the first one in the priority order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2015337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1. Injury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06040"/>
            <a:ext cx="2015337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651760"/>
            <a:ext cx="1905609" cy="31089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05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A person was hurt or felt ill: cuts, burns, sprains, broken bones, chemical on the skin or in the eye, or symptoms such as dizziness from breathing vapour - whether or not treatment was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6313" y="2057400"/>
            <a:ext cx="2015337" cy="45720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2. Fire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6313" y="2606040"/>
            <a:ext cx="2015337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21177" y="2651760"/>
            <a:ext cx="1905609" cy="31089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05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Flame or smoke from burning or smouldering, including a flame that went out by itself. A burning smell with no smoke and no flame is not a fire.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1379" y="2057400"/>
            <a:ext cx="2015337" cy="4572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3. 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1379" y="2606040"/>
            <a:ext cx="2015337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46243" y="2651760"/>
            <a:ext cx="1905609" cy="31089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05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Material escaped from where it should be: spills, leaks, drips, weeps, vapour or gas releases (including a gas-detector alarm caused by a leak), steam or compressed air escaping, or liquid poured into the wrong drain. Vapour given off during normal handling (weighing or pouring on the bench) is not a release. Gas or vapour that burns as it comes out (a flame at a leak or at the neck of a flask) counts only as Fire, not also as a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16444" y="2057400"/>
            <a:ext cx="2015337" cy="457200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4. Equipment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6444" y="2606040"/>
            <a:ext cx="2015337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71308" y="2651760"/>
            <a:ext cx="1905609" cy="31089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05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Equipment damaged, broken, failed or tripped, including a safety device that does not work when tested or needed. A safety device that someone has bypassed (for example with a jumper wire) has not failed: see the broken safety rules under Severity.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1510" y="2057400"/>
            <a:ext cx="2015337" cy="4572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5. Near miss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1510" y="2606040"/>
            <a:ext cx="2015337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96374" y="2651760"/>
            <a:ext cx="1905609" cy="31089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05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Nothing was hurt, burned, released or damaged, but something unsafe happened or was found.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852160"/>
            <a:ext cx="1051560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" y="585216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ctr"/>
            <a:r>
              <a:rPr sz="17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Priority:  Injury  &gt;  Fire  &gt;  Release  &gt;  Equipment  &gt;  Near miss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Severity: choose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Check every part of the report and give the highest severity that any part meets, including parts that belong to a lower-priority type.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77440"/>
            <a:ext cx="3413759" cy="41148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34640"/>
            <a:ext cx="341375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3230879" cy="33375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 injury treated beyond first aid (seen by a doctor or nurse, at a clinic or hospital, stitches, or time off work);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Any chemical in the eye, even if only rinsed at the eyewash;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Any fire that needed a fire extinguisher, a sprinkler, the fire brigade or an evacuation;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 release of a hazardous material that is more than 1 L, or that ended up outside containment (on the floor, bench, ground or into a drain or sink), or that set off a gas detector;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 safety device that did not work when tested or needed (relief valve, trip or interlock, emergency shower, eyewash, fume-hood alarm).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2167" y="2377440"/>
            <a:ext cx="3413759" cy="41148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167" y="2834640"/>
            <a:ext cx="341375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3607" y="2880360"/>
            <a:ext cx="3230879" cy="33375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Any other injury (first aid only, or no treatment);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Any other fire (put out without an extinguisher, or went out by itself);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 release of a hazardous material of 1 L or less, kept inside containment;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 equipment failure that stopped or held up an experiment or production run;</a:t>
            </a:r>
          </a:p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 broken safety rule (for any type of report): work without a required permit, no lockout before opening equipment, required PPE not worn, or a safety device bypassed. Only these four count as broken safety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3087" y="2377440"/>
            <a:ext cx="3413759" cy="41148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3087" y="2834640"/>
            <a:ext cx="341375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34527" y="2880360"/>
            <a:ext cx="3230879" cy="333756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2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Anything else, for example: a release of a non-hazardous material; equipment damage with no effect on work (spares, dents, a standby that took over); a near miss where none of the safety rules above was broken.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Words that decide the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Read these definitions before you start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057400"/>
            <a:ext cx="82296" cy="13258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2112264"/>
            <a:ext cx="1031443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700" b="1">
                <a:solidFill>
                  <a:srgbClr val="4472C4"/>
                </a:solidFill>
                <a:latin typeface="Bai Jamjuree"/>
                <a:cs typeface="Bai Jamjuree"/>
                <a:ea typeface="Bai Jamjuree"/>
              </a:rPr>
              <a:t>Hazardous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69464"/>
            <a:ext cx="1029614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5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Flammable solvents (acetone, toluene, hexane, methanol, ethanol), acids, alkalis (sodium hydroxide, ammonia) and gases picked up by a gas detector. Non-hazardous: any kind of water, steam, steam condensate, compressed air, dilute salt solution and silicone oil.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47472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41248" y="3474720"/>
            <a:ext cx="82296" cy="13258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529584"/>
            <a:ext cx="1031443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700" b="1">
                <a:solidFill>
                  <a:srgbClr val="ED7D31"/>
                </a:solidFill>
                <a:latin typeface="Bai Jamjuree"/>
                <a:cs typeface="Bai Jamjuree"/>
                <a:ea typeface="Bai Jamjuree"/>
              </a:rPr>
              <a:t>Containment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986783"/>
            <a:ext cx="1029614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5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A fume hood, spill tray, drip tray or bund.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89204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41248" y="4892040"/>
            <a:ext cx="82296" cy="132588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7552" y="4946903"/>
            <a:ext cx="1031443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700" b="1">
                <a:solidFill>
                  <a:srgbClr val="70AD47"/>
                </a:solidFill>
                <a:latin typeface="Bai Jamjuree"/>
                <a:cs typeface="Bai Jamjuree"/>
                <a:ea typeface="Bai Jamjuree"/>
              </a:rPr>
              <a:t>First 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404103"/>
            <a:ext cx="1029614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5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Plasters, cold packs, burn gel, rinsing with water (including at a safety shower or eyewash), resting in fresh air, given on the spot.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Four 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These four are not among the 300 reports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4892040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9008" y="2057400"/>
            <a:ext cx="1234439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9168" y="2057400"/>
            <a:ext cx="1234439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Severity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9328" y="2057400"/>
            <a:ext cx="2971800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Why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569464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Student burned a finger on hot glassware; held under cold water by the first aider.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2569464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Injury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2569464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2569464"/>
            <a:ext cx="297180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A person was hurt; first aid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557016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250 mL of ethanol spilled inside the fume hood; wiped up with spill pads.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3557016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9168" y="3557016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3557016"/>
            <a:ext cx="297180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Hazardous, 1 L or less, inside containment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544568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Door seal of a drying oven torn; the oven still holds its temperature.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79008" y="4544568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Equipment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4544568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4544568"/>
            <a:ext cx="297180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Damage with no effect on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532120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Student slipped carrying a 2 L bottle of methanol; it broke on the floor; bruised knee, cold pack.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5532120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Injury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9168" y="5532120"/>
            <a:ext cx="1234439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8" y="5532120"/>
            <a:ext cx="2971800" cy="93268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Injury first; the spill (&gt;1 L, on the floor) makes it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Read every report carefully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Small words change the label: ask these questions for every report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057400"/>
            <a:ext cx="82296" cy="8686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2112264"/>
            <a:ext cx="494690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Was anyone hurt or did anyone feel ill?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205740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190488" y="2057400"/>
            <a:ext cx="82296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36791" y="2112264"/>
            <a:ext cx="494690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Was there flame or smoke, or only a smell?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1089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41248" y="3108960"/>
            <a:ext cx="82296" cy="868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87552" y="3163824"/>
            <a:ext cx="4946904" cy="77723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How much was released: mL or 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1089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90488" y="3108960"/>
            <a:ext cx="82296" cy="868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36791" y="3163824"/>
            <a:ext cx="4946904" cy="77723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Where did it end up: inside containment, or floor, bench, drain?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16052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41248" y="4160520"/>
            <a:ext cx="82296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7552" y="4215383"/>
            <a:ext cx="494690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Extinguisher, sprinkler, fire brigade or evacuation?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16052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90488" y="4160520"/>
            <a:ext cx="82296" cy="86868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36791" y="4215383"/>
            <a:ext cx="494690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Did a safety device fail, or did someone bypass it?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212079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1248" y="5212079"/>
            <a:ext cx="82296" cy="86868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7552" y="5266943"/>
            <a:ext cx="494690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Did the failure stop the work?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5212079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90488" y="5212079"/>
            <a:ext cx="82296" cy="8686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36791" y="5266943"/>
            <a:ext cx="4946904" cy="77724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6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Chemical in the eye, or treated beyond first aid?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Your answer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.csv or .xlsx, header row id, type, severity, and 300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777240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2057400"/>
            <a:ext cx="1691639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057400"/>
            <a:ext cx="1783080" cy="45720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severity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569464"/>
            <a:ext cx="77724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2569464"/>
            <a:ext cx="1691639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569464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44952"/>
            <a:ext cx="77724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64208" y="3044952"/>
            <a:ext cx="1691639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Equipment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3044952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520440"/>
            <a:ext cx="77724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4208" y="3520440"/>
            <a:ext cx="1691639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Injury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3520440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995928"/>
            <a:ext cx="77724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64208" y="3995928"/>
            <a:ext cx="1691639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3995928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471416"/>
            <a:ext cx="77724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300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64208" y="4471416"/>
            <a:ext cx="1691639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Fire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471416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029200"/>
            <a:ext cx="4389120" cy="45720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ctr"/>
            <a:r>
              <a:rPr sz="1200" b="0" i="1">
                <a:solidFill>
                  <a:srgbClr val="595959"/>
                </a:solidFill>
                <a:latin typeface="Bai Jamjuree"/>
                <a:cs typeface="Bai Jamjuree"/>
                <a:ea typeface="Bai Jamjuree"/>
              </a:rPr>
              <a:t>Layout example only: not the answers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7568" y="2057400"/>
            <a:ext cx="5669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824728" y="2148840"/>
            <a:ext cx="5394960" cy="3931920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700" b="1">
                <a:solidFill>
                  <a:srgbClr val="4472C4"/>
                </a:solidFill>
                <a:latin typeface="Bai Jamjuree"/>
                <a:cs typeface="Bai Jamjuree"/>
                <a:ea typeface="Bai Jamjuree"/>
              </a:rPr>
              <a:t>Rules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One file, .csv or .xlsx (first sheet only; any sheet name), with a header row and three columns: id, type, severity.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One row per report: 300 rows, ids 1 to 300, each id once.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type must be one of: Injury, Fire, Release, Equipment, Near miss.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severity must be one of: High, Medium, Low.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Upper or lower case and extra spaces do not matter; the column order does not matter.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Templates with ids 1–300 are on the website.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Check your answers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4732"/>
            <a:ext cx="10515600" cy="502920"/>
          </a:xfrm>
        </p:spPr>
        <p:txBody>
          <a:bodyPr wrap="square">
            <a:noAutofit/>
          </a:bodyPr>
          <a:lstStyle/>
          <a:p>
            <a:pPr/>
            <a:r>
              <a:rPr sz="2000" b="1">
                <a:latin typeface="Bai Jamjuree"/>
                <a:cs typeface="Bai Jamjuree"/>
                <a:ea typeface="Bai Jamjuree"/>
              </a:rPr>
              <a:t>kwk-golive.github.io/incident-checker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>
                <a:latin typeface="Bai Jamjuree"/>
                <a:cs typeface="Bai Jamjuree"/>
                <a:ea typeface="Bai Jamjuree"/>
              </a:rPr>
              <a:t>AI for Data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103120"/>
            <a:ext cx="2423160" cy="10058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Open the website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2606040"/>
            <a:ext cx="219456" cy="0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38728" y="2103120"/>
            <a:ext cx="2423160" cy="10058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Type your student ID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and name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2606040"/>
            <a:ext cx="219456" cy="0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36208" y="2103120"/>
            <a:ext cx="2423160" cy="10058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Choose your .csv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or .xlsx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2606040"/>
            <a:ext cx="219456" cy="0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33688" y="2103120"/>
            <a:ext cx="2423160" cy="10058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Press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Bai Jamjuree"/>
                <a:cs typeface="Bai Jamjuree"/>
                <a:ea typeface="Bai Jamjuree"/>
              </a:rPr>
              <a:t>"Check my answers"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29000"/>
            <a:ext cx="51206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41248" y="3429000"/>
            <a:ext cx="82296" cy="269748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7552" y="3483864"/>
            <a:ext cx="491947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600" b="1">
                <a:solidFill>
                  <a:srgbClr val="70AD47"/>
                </a:solidFill>
                <a:latin typeface="Bai Jamjuree"/>
                <a:cs typeface="Bai Jamjuree"/>
                <a:ea typeface="Bai Jamjuree"/>
              </a:rPr>
              <a:t>You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941064"/>
            <a:ext cx="4901184" cy="214883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Type % and Severity %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Both-right %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• The ids with at least one wrong label</a:t>
            </a:r>
          </a:p>
          <a:p>
            <a:pPr algn="l"/>
            <a:r>
              <a:rPr sz="1500" b="0">
                <a:solidFill>
                  <a:srgbClr val="595959"/>
                </a:solidFill>
                <a:latin typeface="Bai Jamjuree"/>
                <a:cs typeface="Bai Jamjuree"/>
                <a:ea typeface="Bai Jamjuree"/>
              </a:rPr>
              <a:t>  (not which label, not the right answer)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429000"/>
            <a:ext cx="51206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36208" y="3429000"/>
            <a:ext cx="82296" cy="26974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2512" y="3483864"/>
            <a:ext cx="4919472" cy="457200"/>
          </a:xfrm>
          <a:prstGeom prst="rect">
            <a:avLst/>
          </a:prstGeom>
          <a:noFill/>
        </p:spPr>
        <p:txBody>
          <a:bodyPr wrap="square" lIns="54864" rIns="54864" tIns="54864" bIns="54864" anchor="ctr"/>
          <a:lstStyle/>
          <a:p>
            <a:pPr algn="l"/>
            <a:r>
              <a:rPr sz="1600" b="1">
                <a:solidFill>
                  <a:srgbClr val="ED7D31"/>
                </a:solidFill>
                <a:latin typeface="Bai Jamjuree"/>
                <a:cs typeface="Bai Jamjuree"/>
                <a:ea typeface="Bai Jamjuree"/>
              </a:rPr>
              <a:t>Pass 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941064"/>
            <a:ext cx="4901184" cy="2148839"/>
          </a:xfrm>
          <a:prstGeom prst="rect">
            <a:avLst/>
          </a:prstGeom>
          <a:noFill/>
        </p:spPr>
        <p:txBody>
          <a:bodyPr wrap="square" lIns="54864" rIns="54864" tIns="54864" bIns="54864" anchor="t"/>
          <a:lstStyle/>
          <a:p>
            <a:pPr algn="l"/>
            <a:r>
              <a:rPr sz="1800" b="1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Pass: Type ≥ 95% and Severity ≥ 95%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Bai Jamjuree"/>
                <a:cs typeface="Bai Jamjuree"/>
                <a:ea typeface="Bai Jamjuree"/>
              </a:rPr>
              <a:t>Excellent: both ≥ 99%</a:t>
            </a:r>
          </a:p>
          <a:p>
            <a:pPr algn="l"/>
            <a:r>
              <a:rPr sz="1500" b="0">
                <a:solidFill>
                  <a:srgbClr val="595959"/>
                </a:solidFill>
                <a:latin typeface="Bai Jamjuree"/>
                <a:cs typeface="Bai Jamjuree"/>
                <a:ea typeface="Bai Jamjuree"/>
              </a:rPr>
              <a:t>Every check is recorded for your teacher.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2037</Words>
  <Application>Microsoft Office PowerPoint</Application>
  <PresentationFormat>Widescreen</PresentationFormat>
  <Paragraphs>564</Paragraphs>
  <Slides>42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Bai Jamjuree</vt:lpstr>
      <vt:lpstr>Calibri</vt:lpstr>
      <vt:lpstr>Calibri Light</vt:lpstr>
      <vt:lpstr>Office Theme</vt:lpstr>
      <vt:lpstr>PowerPoint Presentation</vt:lpstr>
      <vt:lpstr>Expected Outcomes</vt:lpstr>
      <vt:lpstr>Instructors</vt:lpstr>
      <vt:lpstr>Schedule</vt:lpstr>
      <vt:lpstr>Assessment and Criteria</vt:lpstr>
      <vt:lpstr>PowerPoint Presentation</vt:lpstr>
      <vt:lpstr>Learning Goals</vt:lpstr>
      <vt:lpstr>Heat Transfer</vt:lpstr>
      <vt:lpstr>Heat Transfer</vt:lpstr>
      <vt:lpstr>Heat Transfer</vt:lpstr>
      <vt:lpstr>Heat Transfer</vt:lpstr>
      <vt:lpstr>Heat Transfer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Chemical Production Process</vt:lpstr>
      <vt:lpstr>Reviews</vt:lpstr>
      <vt:lpstr>Heat Transfer</vt:lpstr>
      <vt:lpstr>Chemical Production Process</vt:lpstr>
      <vt:lpstr>Heat Transfer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Kritchart Wongwailikhit</dc:creator>
  <cp:lastModifiedBy>Kritchart Wongwailikhit</cp:lastModifiedBy>
  <cp:revision>1</cp:revision>
  <dcterms:created xsi:type="dcterms:W3CDTF">2022-01-23T09:54:17Z</dcterms:created>
  <dcterms:modified xsi:type="dcterms:W3CDTF">2025-08-04T09:58:13Z</dcterms:modified>
</cp:coreProperties>
</file>